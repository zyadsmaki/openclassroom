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61" r:id="rId2"/>
    <p:sldId id="260" r:id="rId3"/>
    <p:sldId id="256" r:id="rId4"/>
    <p:sldId id="259" r:id="rId5"/>
    <p:sldId id="257" r:id="rId6"/>
    <p:sldId id="258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720927-A881-4263-B549-EDD04164B6CD}" v="15" dt="2023-12-04T17:13:01.025"/>
    <p1510:client id="{8FE0EB61-65C4-48C7-9848-6BD8991B8CBD}" v="11" dt="2023-12-05T10:05:27.5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yad Smaki" userId="66c279856e7d1fbf" providerId="LiveId" clId="{8FE0EB61-65C4-48C7-9848-6BD8991B8CBD}"/>
    <pc:docChg chg="undo custSel addSld modSld sldOrd">
      <pc:chgData name="Zyad Smaki" userId="66c279856e7d1fbf" providerId="LiveId" clId="{8FE0EB61-65C4-48C7-9848-6BD8991B8CBD}" dt="2023-12-05T10:29:55.962" v="161" actId="14100"/>
      <pc:docMkLst>
        <pc:docMk/>
      </pc:docMkLst>
      <pc:sldChg chg="addSp delSp modSp mod setBg setClrOvrMap delDesignElem">
        <pc:chgData name="Zyad Smaki" userId="66c279856e7d1fbf" providerId="LiveId" clId="{8FE0EB61-65C4-48C7-9848-6BD8991B8CBD}" dt="2023-12-05T09:12:49.478" v="72" actId="26606"/>
        <pc:sldMkLst>
          <pc:docMk/>
          <pc:sldMk cId="1224596505" sldId="256"/>
        </pc:sldMkLst>
        <pc:spChg chg="mod">
          <ac:chgData name="Zyad Smaki" userId="66c279856e7d1fbf" providerId="LiveId" clId="{8FE0EB61-65C4-48C7-9848-6BD8991B8CBD}" dt="2023-12-04T20:52:21.546" v="45" actId="26606"/>
          <ac:spMkLst>
            <pc:docMk/>
            <pc:sldMk cId="1224596505" sldId="256"/>
            <ac:spMk id="2" creationId="{DD67497C-3189-BEEB-030F-3499A30FF577}"/>
          </ac:spMkLst>
        </pc:spChg>
        <pc:spChg chg="add del">
          <ac:chgData name="Zyad Smaki" userId="66c279856e7d1fbf" providerId="LiveId" clId="{8FE0EB61-65C4-48C7-9848-6BD8991B8CBD}" dt="2023-12-04T20:52:18.328" v="42" actId="26606"/>
          <ac:spMkLst>
            <pc:docMk/>
            <pc:sldMk cId="1224596505" sldId="256"/>
            <ac:spMk id="7" creationId="{D67CA421-FA2B-47ED-A101-F8BBEBB2976B}"/>
          </ac:spMkLst>
        </pc:spChg>
        <pc:spChg chg="add del">
          <ac:chgData name="Zyad Smaki" userId="66c279856e7d1fbf" providerId="LiveId" clId="{8FE0EB61-65C4-48C7-9848-6BD8991B8CBD}" dt="2023-12-04T20:52:18.328" v="42" actId="26606"/>
          <ac:spMkLst>
            <pc:docMk/>
            <pc:sldMk cId="1224596505" sldId="256"/>
            <ac:spMk id="8" creationId="{12425D82-CD5E-45A4-9542-70951E59F2D1}"/>
          </ac:spMkLst>
        </pc:spChg>
        <pc:spChg chg="add del">
          <ac:chgData name="Zyad Smaki" userId="66c279856e7d1fbf" providerId="LiveId" clId="{8FE0EB61-65C4-48C7-9848-6BD8991B8CBD}" dt="2023-12-04T20:52:18.328" v="42" actId="26606"/>
          <ac:spMkLst>
            <pc:docMk/>
            <pc:sldMk cId="1224596505" sldId="256"/>
            <ac:spMk id="9" creationId="{221DB897-A621-4D5F-AC81-91199AC4370E}"/>
          </ac:spMkLst>
        </pc:spChg>
        <pc:spChg chg="add del">
          <ac:chgData name="Zyad Smaki" userId="66c279856e7d1fbf" providerId="LiveId" clId="{8FE0EB61-65C4-48C7-9848-6BD8991B8CBD}" dt="2023-12-04T20:52:09.244" v="38" actId="26606"/>
          <ac:spMkLst>
            <pc:docMk/>
            <pc:sldMk cId="1224596505" sldId="256"/>
            <ac:spMk id="10" creationId="{757B325C-3E35-45CF-9D07-3BCB281F3B9C}"/>
          </ac:spMkLst>
        </pc:spChg>
        <pc:spChg chg="del">
          <ac:chgData name="Zyad Smaki" userId="66c279856e7d1fbf" providerId="LiveId" clId="{8FE0EB61-65C4-48C7-9848-6BD8991B8CBD}" dt="2023-12-04T20:52:05.885" v="36"/>
          <ac:spMkLst>
            <pc:docMk/>
            <pc:sldMk cId="1224596505" sldId="256"/>
            <ac:spMk id="11" creationId="{757B325C-3E35-45CF-9D07-3BCB281F3B9C}"/>
          </ac:spMkLst>
        </pc:spChg>
        <pc:spChg chg="add del">
          <ac:chgData name="Zyad Smaki" userId="66c279856e7d1fbf" providerId="LiveId" clId="{8FE0EB61-65C4-48C7-9848-6BD8991B8CBD}" dt="2023-12-04T20:52:09.244" v="38" actId="26606"/>
          <ac:spMkLst>
            <pc:docMk/>
            <pc:sldMk cId="1224596505" sldId="256"/>
            <ac:spMk id="12" creationId="{C24BEC42-AFF3-40D1-93A2-A27A42E1E23C}"/>
          </ac:spMkLst>
        </pc:spChg>
        <pc:spChg chg="del">
          <ac:chgData name="Zyad Smaki" userId="66c279856e7d1fbf" providerId="LiveId" clId="{8FE0EB61-65C4-48C7-9848-6BD8991B8CBD}" dt="2023-12-04T20:52:05.885" v="36"/>
          <ac:spMkLst>
            <pc:docMk/>
            <pc:sldMk cId="1224596505" sldId="256"/>
            <ac:spMk id="13" creationId="{C24BEC42-AFF3-40D1-93A2-A27A42E1E23C}"/>
          </ac:spMkLst>
        </pc:spChg>
        <pc:spChg chg="add del">
          <ac:chgData name="Zyad Smaki" userId="66c279856e7d1fbf" providerId="LiveId" clId="{8FE0EB61-65C4-48C7-9848-6BD8991B8CBD}" dt="2023-12-04T20:52:09.244" v="38" actId="26606"/>
          <ac:spMkLst>
            <pc:docMk/>
            <pc:sldMk cId="1224596505" sldId="256"/>
            <ac:spMk id="14" creationId="{608F427C-1EC9-4280-9367-F2B3AA063E82}"/>
          </ac:spMkLst>
        </pc:spChg>
        <pc:spChg chg="del">
          <ac:chgData name="Zyad Smaki" userId="66c279856e7d1fbf" providerId="LiveId" clId="{8FE0EB61-65C4-48C7-9848-6BD8991B8CBD}" dt="2023-12-04T20:52:05.885" v="36"/>
          <ac:spMkLst>
            <pc:docMk/>
            <pc:sldMk cId="1224596505" sldId="256"/>
            <ac:spMk id="15" creationId="{608F427C-1EC9-4280-9367-F2B3AA063E82}"/>
          </ac:spMkLst>
        </pc:spChg>
        <pc:spChg chg="add del">
          <ac:chgData name="Zyad Smaki" userId="66c279856e7d1fbf" providerId="LiveId" clId="{8FE0EB61-65C4-48C7-9848-6BD8991B8CBD}" dt="2023-12-04T20:52:09.244" v="38" actId="26606"/>
          <ac:spMkLst>
            <pc:docMk/>
            <pc:sldMk cId="1224596505" sldId="256"/>
            <ac:spMk id="16" creationId="{F98810A7-E114-447A-A7D6-69B27CFB5650}"/>
          </ac:spMkLst>
        </pc:spChg>
        <pc:spChg chg="del">
          <ac:chgData name="Zyad Smaki" userId="66c279856e7d1fbf" providerId="LiveId" clId="{8FE0EB61-65C4-48C7-9848-6BD8991B8CBD}" dt="2023-12-04T20:52:05.885" v="36"/>
          <ac:spMkLst>
            <pc:docMk/>
            <pc:sldMk cId="1224596505" sldId="256"/>
            <ac:spMk id="17" creationId="{F98810A7-E114-447A-A7D6-69B27CFB5650}"/>
          </ac:spMkLst>
        </pc:spChg>
        <pc:spChg chg="add del">
          <ac:chgData name="Zyad Smaki" userId="66c279856e7d1fbf" providerId="LiveId" clId="{8FE0EB61-65C4-48C7-9848-6BD8991B8CBD}" dt="2023-12-04T20:52:21.540" v="44" actId="26606"/>
          <ac:spMkLst>
            <pc:docMk/>
            <pc:sldMk cId="1224596505" sldId="256"/>
            <ac:spMk id="24" creationId="{C72330AA-E11E-458E-8798-12C7F77383B8}"/>
          </ac:spMkLst>
        </pc:spChg>
        <pc:spChg chg="add del">
          <ac:chgData name="Zyad Smaki" userId="66c279856e7d1fbf" providerId="LiveId" clId="{8FE0EB61-65C4-48C7-9848-6BD8991B8CBD}" dt="2023-12-04T20:52:21.540" v="44" actId="26606"/>
          <ac:spMkLst>
            <pc:docMk/>
            <pc:sldMk cId="1224596505" sldId="256"/>
            <ac:spMk id="25" creationId="{A6BDC1B0-0C91-4230-BFEB-9C8ED19B9A3A}"/>
          </ac:spMkLst>
        </pc:spChg>
        <pc:spChg chg="add del">
          <ac:chgData name="Zyad Smaki" userId="66c279856e7d1fbf" providerId="LiveId" clId="{8FE0EB61-65C4-48C7-9848-6BD8991B8CBD}" dt="2023-12-04T20:52:21.540" v="44" actId="26606"/>
          <ac:spMkLst>
            <pc:docMk/>
            <pc:sldMk cId="1224596505" sldId="256"/>
            <ac:spMk id="26" creationId="{68E0A26E-4EA8-4E6C-97A2-7B6C1C13F8CF}"/>
          </ac:spMkLst>
        </pc:spChg>
        <pc:spChg chg="add del">
          <ac:chgData name="Zyad Smaki" userId="66c279856e7d1fbf" providerId="LiveId" clId="{8FE0EB61-65C4-48C7-9848-6BD8991B8CBD}" dt="2023-12-04T20:52:21.540" v="44" actId="26606"/>
          <ac:spMkLst>
            <pc:docMk/>
            <pc:sldMk cId="1224596505" sldId="256"/>
            <ac:spMk id="27" creationId="{C1841CC0-B7A9-4828-B82F-9C6B433BDCAE}"/>
          </ac:spMkLst>
        </pc:spChg>
        <pc:spChg chg="add del">
          <ac:chgData name="Zyad Smaki" userId="66c279856e7d1fbf" providerId="LiveId" clId="{8FE0EB61-65C4-48C7-9848-6BD8991B8CBD}" dt="2023-12-05T09:12:49.478" v="72" actId="26606"/>
          <ac:spMkLst>
            <pc:docMk/>
            <pc:sldMk cId="1224596505" sldId="256"/>
            <ac:spMk id="29" creationId="{757B325C-3E35-45CF-9D07-3BCB281F3B9C}"/>
          </ac:spMkLst>
        </pc:spChg>
        <pc:spChg chg="add del">
          <ac:chgData name="Zyad Smaki" userId="66c279856e7d1fbf" providerId="LiveId" clId="{8FE0EB61-65C4-48C7-9848-6BD8991B8CBD}" dt="2023-12-05T09:12:49.478" v="72" actId="26606"/>
          <ac:spMkLst>
            <pc:docMk/>
            <pc:sldMk cId="1224596505" sldId="256"/>
            <ac:spMk id="30" creationId="{C24BEC42-AFF3-40D1-93A2-A27A42E1E23C}"/>
          </ac:spMkLst>
        </pc:spChg>
        <pc:spChg chg="add del">
          <ac:chgData name="Zyad Smaki" userId="66c279856e7d1fbf" providerId="LiveId" clId="{8FE0EB61-65C4-48C7-9848-6BD8991B8CBD}" dt="2023-12-05T09:12:49.478" v="72" actId="26606"/>
          <ac:spMkLst>
            <pc:docMk/>
            <pc:sldMk cId="1224596505" sldId="256"/>
            <ac:spMk id="31" creationId="{608F427C-1EC9-4280-9367-F2B3AA063E82}"/>
          </ac:spMkLst>
        </pc:spChg>
        <pc:spChg chg="add del">
          <ac:chgData name="Zyad Smaki" userId="66c279856e7d1fbf" providerId="LiveId" clId="{8FE0EB61-65C4-48C7-9848-6BD8991B8CBD}" dt="2023-12-05T09:12:49.478" v="72" actId="26606"/>
          <ac:spMkLst>
            <pc:docMk/>
            <pc:sldMk cId="1224596505" sldId="256"/>
            <ac:spMk id="32" creationId="{F98810A7-E114-447A-A7D6-69B27CFB5650}"/>
          </ac:spMkLst>
        </pc:spChg>
        <pc:spChg chg="add">
          <ac:chgData name="Zyad Smaki" userId="66c279856e7d1fbf" providerId="LiveId" clId="{8FE0EB61-65C4-48C7-9848-6BD8991B8CBD}" dt="2023-12-05T09:12:49.478" v="72" actId="26606"/>
          <ac:spMkLst>
            <pc:docMk/>
            <pc:sldMk cId="1224596505" sldId="256"/>
            <ac:spMk id="37" creationId="{757B325C-3E35-45CF-9D07-3BCB281F3B9C}"/>
          </ac:spMkLst>
        </pc:spChg>
        <pc:spChg chg="add">
          <ac:chgData name="Zyad Smaki" userId="66c279856e7d1fbf" providerId="LiveId" clId="{8FE0EB61-65C4-48C7-9848-6BD8991B8CBD}" dt="2023-12-05T09:12:49.478" v="72" actId="26606"/>
          <ac:spMkLst>
            <pc:docMk/>
            <pc:sldMk cId="1224596505" sldId="256"/>
            <ac:spMk id="39" creationId="{C24BEC42-AFF3-40D1-93A2-A27A42E1E23C}"/>
          </ac:spMkLst>
        </pc:spChg>
        <pc:spChg chg="add">
          <ac:chgData name="Zyad Smaki" userId="66c279856e7d1fbf" providerId="LiveId" clId="{8FE0EB61-65C4-48C7-9848-6BD8991B8CBD}" dt="2023-12-05T09:12:49.478" v="72" actId="26606"/>
          <ac:spMkLst>
            <pc:docMk/>
            <pc:sldMk cId="1224596505" sldId="256"/>
            <ac:spMk id="41" creationId="{608F427C-1EC9-4280-9367-F2B3AA063E82}"/>
          </ac:spMkLst>
        </pc:spChg>
        <pc:spChg chg="add">
          <ac:chgData name="Zyad Smaki" userId="66c279856e7d1fbf" providerId="LiveId" clId="{8FE0EB61-65C4-48C7-9848-6BD8991B8CBD}" dt="2023-12-05T09:12:49.478" v="72" actId="26606"/>
          <ac:spMkLst>
            <pc:docMk/>
            <pc:sldMk cId="1224596505" sldId="256"/>
            <ac:spMk id="43" creationId="{F98810A7-E114-447A-A7D6-69B27CFB5650}"/>
          </ac:spMkLst>
        </pc:spChg>
        <pc:grpChg chg="add del">
          <ac:chgData name="Zyad Smaki" userId="66c279856e7d1fbf" providerId="LiveId" clId="{8FE0EB61-65C4-48C7-9848-6BD8991B8CBD}" dt="2023-12-04T20:52:21.540" v="44" actId="26606"/>
          <ac:grpSpMkLst>
            <pc:docMk/>
            <pc:sldMk cId="1224596505" sldId="256"/>
            <ac:grpSpMk id="18" creationId="{08E05919-D800-40FD-A3BD-4B9CC4078E7A}"/>
          </ac:grpSpMkLst>
        </pc:grpChg>
        <pc:picChg chg="add mod">
          <ac:chgData name="Zyad Smaki" userId="66c279856e7d1fbf" providerId="LiveId" clId="{8FE0EB61-65C4-48C7-9848-6BD8991B8CBD}" dt="2023-12-05T09:12:49.478" v="72" actId="26606"/>
          <ac:picMkLst>
            <pc:docMk/>
            <pc:sldMk cId="1224596505" sldId="256"/>
            <ac:picMk id="4" creationId="{1EF72954-F405-B407-A595-2AD8626A2683}"/>
          </ac:picMkLst>
        </pc:picChg>
        <pc:picChg chg="del mod">
          <ac:chgData name="Zyad Smaki" userId="66c279856e7d1fbf" providerId="LiveId" clId="{8FE0EB61-65C4-48C7-9848-6BD8991B8CBD}" dt="2023-12-05T09:12:37.788" v="68" actId="478"/>
          <ac:picMkLst>
            <pc:docMk/>
            <pc:sldMk cId="1224596505" sldId="256"/>
            <ac:picMk id="5" creationId="{533BC5E0-8C3D-AE04-245B-E0825F130043}"/>
          </ac:picMkLst>
        </pc:picChg>
      </pc:sldChg>
      <pc:sldChg chg="addSp delSp modSp mod ord delDesignElem">
        <pc:chgData name="Zyad Smaki" userId="66c279856e7d1fbf" providerId="LiveId" clId="{8FE0EB61-65C4-48C7-9848-6BD8991B8CBD}" dt="2023-12-05T10:29:55.962" v="161" actId="14100"/>
        <pc:sldMkLst>
          <pc:docMk/>
          <pc:sldMk cId="3478203657" sldId="257"/>
        </pc:sldMkLst>
        <pc:spChg chg="mod">
          <ac:chgData name="Zyad Smaki" userId="66c279856e7d1fbf" providerId="LiveId" clId="{8FE0EB61-65C4-48C7-9848-6BD8991B8CBD}" dt="2023-12-04T20:52:25.148" v="46" actId="26606"/>
          <ac:spMkLst>
            <pc:docMk/>
            <pc:sldMk cId="3478203657" sldId="257"/>
            <ac:spMk id="2" creationId="{2FE02C81-3FA7-7B0C-8B86-EF543C483718}"/>
          </ac:spMkLst>
        </pc:spChg>
        <pc:spChg chg="add">
          <ac:chgData name="Zyad Smaki" userId="66c279856e7d1fbf" providerId="LiveId" clId="{8FE0EB61-65C4-48C7-9848-6BD8991B8CBD}" dt="2023-12-04T20:52:25.148" v="46" actId="26606"/>
          <ac:spMkLst>
            <pc:docMk/>
            <pc:sldMk cId="3478203657" sldId="257"/>
            <ac:spMk id="11" creationId="{4AC0CD9D-7610-4620-93B4-798CCD9AB581}"/>
          </ac:spMkLst>
        </pc:spChg>
        <pc:spChg chg="del">
          <ac:chgData name="Zyad Smaki" userId="66c279856e7d1fbf" providerId="LiveId" clId="{8FE0EB61-65C4-48C7-9848-6BD8991B8CBD}" dt="2023-12-04T20:52:05.885" v="36"/>
          <ac:spMkLst>
            <pc:docMk/>
            <pc:sldMk cId="3478203657" sldId="257"/>
            <ac:spMk id="16" creationId="{4AC0CD9D-7610-4620-93B4-798CCD9AB581}"/>
          </ac:spMkLst>
        </pc:spChg>
        <pc:spChg chg="add">
          <ac:chgData name="Zyad Smaki" userId="66c279856e7d1fbf" providerId="LiveId" clId="{8FE0EB61-65C4-48C7-9848-6BD8991B8CBD}" dt="2023-12-04T20:52:25.148" v="46" actId="26606"/>
          <ac:spMkLst>
            <pc:docMk/>
            <pc:sldMk cId="3478203657" sldId="257"/>
            <ac:spMk id="17" creationId="{DE4D62F9-188E-4530-84C2-24BDEE4BEB82}"/>
          </ac:spMkLst>
        </pc:spChg>
        <pc:spChg chg="add">
          <ac:chgData name="Zyad Smaki" userId="66c279856e7d1fbf" providerId="LiveId" clId="{8FE0EB61-65C4-48C7-9848-6BD8991B8CBD}" dt="2023-12-04T20:52:25.148" v="46" actId="26606"/>
          <ac:spMkLst>
            <pc:docMk/>
            <pc:sldMk cId="3478203657" sldId="257"/>
            <ac:spMk id="19" creationId="{757B325C-3E35-45CF-9D07-3BCB281F3B9C}"/>
          </ac:spMkLst>
        </pc:spChg>
        <pc:spChg chg="add">
          <ac:chgData name="Zyad Smaki" userId="66c279856e7d1fbf" providerId="LiveId" clId="{8FE0EB61-65C4-48C7-9848-6BD8991B8CBD}" dt="2023-12-04T20:52:25.148" v="46" actId="26606"/>
          <ac:spMkLst>
            <pc:docMk/>
            <pc:sldMk cId="3478203657" sldId="257"/>
            <ac:spMk id="21" creationId="{C24BEC42-AFF3-40D1-93A2-A27A42E1E23C}"/>
          </ac:spMkLst>
        </pc:spChg>
        <pc:spChg chg="del">
          <ac:chgData name="Zyad Smaki" userId="66c279856e7d1fbf" providerId="LiveId" clId="{8FE0EB61-65C4-48C7-9848-6BD8991B8CBD}" dt="2023-12-04T20:52:05.885" v="36"/>
          <ac:spMkLst>
            <pc:docMk/>
            <pc:sldMk cId="3478203657" sldId="257"/>
            <ac:spMk id="22" creationId="{DE4D62F9-188E-4530-84C2-24BDEE4BEB82}"/>
          </ac:spMkLst>
        </pc:spChg>
        <pc:spChg chg="add">
          <ac:chgData name="Zyad Smaki" userId="66c279856e7d1fbf" providerId="LiveId" clId="{8FE0EB61-65C4-48C7-9848-6BD8991B8CBD}" dt="2023-12-04T20:52:25.148" v="46" actId="26606"/>
          <ac:spMkLst>
            <pc:docMk/>
            <pc:sldMk cId="3478203657" sldId="257"/>
            <ac:spMk id="23" creationId="{608F427C-1EC9-4280-9367-F2B3AA063E82}"/>
          </ac:spMkLst>
        </pc:spChg>
        <pc:spChg chg="del">
          <ac:chgData name="Zyad Smaki" userId="66c279856e7d1fbf" providerId="LiveId" clId="{8FE0EB61-65C4-48C7-9848-6BD8991B8CBD}" dt="2023-12-04T20:52:05.885" v="36"/>
          <ac:spMkLst>
            <pc:docMk/>
            <pc:sldMk cId="3478203657" sldId="257"/>
            <ac:spMk id="24" creationId="{757B325C-3E35-45CF-9D07-3BCB281F3B9C}"/>
          </ac:spMkLst>
        </pc:spChg>
        <pc:spChg chg="add">
          <ac:chgData name="Zyad Smaki" userId="66c279856e7d1fbf" providerId="LiveId" clId="{8FE0EB61-65C4-48C7-9848-6BD8991B8CBD}" dt="2023-12-04T20:52:25.148" v="46" actId="26606"/>
          <ac:spMkLst>
            <pc:docMk/>
            <pc:sldMk cId="3478203657" sldId="257"/>
            <ac:spMk id="25" creationId="{F98810A7-E114-447A-A7D6-69B27CFB5650}"/>
          </ac:spMkLst>
        </pc:spChg>
        <pc:spChg chg="del">
          <ac:chgData name="Zyad Smaki" userId="66c279856e7d1fbf" providerId="LiveId" clId="{8FE0EB61-65C4-48C7-9848-6BD8991B8CBD}" dt="2023-12-04T20:52:05.885" v="36"/>
          <ac:spMkLst>
            <pc:docMk/>
            <pc:sldMk cId="3478203657" sldId="257"/>
            <ac:spMk id="26" creationId="{C24BEC42-AFF3-40D1-93A2-A27A42E1E23C}"/>
          </ac:spMkLst>
        </pc:spChg>
        <pc:spChg chg="del">
          <ac:chgData name="Zyad Smaki" userId="66c279856e7d1fbf" providerId="LiveId" clId="{8FE0EB61-65C4-48C7-9848-6BD8991B8CBD}" dt="2023-12-04T20:52:05.885" v="36"/>
          <ac:spMkLst>
            <pc:docMk/>
            <pc:sldMk cId="3478203657" sldId="257"/>
            <ac:spMk id="28" creationId="{608F427C-1EC9-4280-9367-F2B3AA063E82}"/>
          </ac:spMkLst>
        </pc:spChg>
        <pc:spChg chg="del">
          <ac:chgData name="Zyad Smaki" userId="66c279856e7d1fbf" providerId="LiveId" clId="{8FE0EB61-65C4-48C7-9848-6BD8991B8CBD}" dt="2023-12-04T20:52:05.885" v="36"/>
          <ac:spMkLst>
            <pc:docMk/>
            <pc:sldMk cId="3478203657" sldId="257"/>
            <ac:spMk id="30" creationId="{F98810A7-E114-447A-A7D6-69B27CFB5650}"/>
          </ac:spMkLst>
        </pc:spChg>
        <pc:picChg chg="mod">
          <ac:chgData name="Zyad Smaki" userId="66c279856e7d1fbf" providerId="LiveId" clId="{8FE0EB61-65C4-48C7-9848-6BD8991B8CBD}" dt="2023-12-05T10:29:55.962" v="161" actId="14100"/>
          <ac:picMkLst>
            <pc:docMk/>
            <pc:sldMk cId="3478203657" sldId="257"/>
            <ac:picMk id="7" creationId="{BCBD6418-6FB0-8741-B203-A1520A2B60B9}"/>
          </ac:picMkLst>
        </pc:picChg>
        <pc:picChg chg="add">
          <ac:chgData name="Zyad Smaki" userId="66c279856e7d1fbf" providerId="LiveId" clId="{8FE0EB61-65C4-48C7-9848-6BD8991B8CBD}" dt="2023-12-04T20:52:25.148" v="46" actId="26606"/>
          <ac:picMkLst>
            <pc:docMk/>
            <pc:sldMk cId="3478203657" sldId="257"/>
            <ac:picMk id="9" creationId="{41B68C77-138E-4BF7-A276-BD0C78A4219F}"/>
          </ac:picMkLst>
        </pc:picChg>
        <pc:picChg chg="add">
          <ac:chgData name="Zyad Smaki" userId="66c279856e7d1fbf" providerId="LiveId" clId="{8FE0EB61-65C4-48C7-9848-6BD8991B8CBD}" dt="2023-12-04T20:52:25.148" v="46" actId="26606"/>
          <ac:picMkLst>
            <pc:docMk/>
            <pc:sldMk cId="3478203657" sldId="257"/>
            <ac:picMk id="10" creationId="{7C268552-D473-46ED-B1B8-422042C4DEF1}"/>
          </ac:picMkLst>
        </pc:picChg>
        <pc:picChg chg="del">
          <ac:chgData name="Zyad Smaki" userId="66c279856e7d1fbf" providerId="LiveId" clId="{8FE0EB61-65C4-48C7-9848-6BD8991B8CBD}" dt="2023-12-04T20:52:05.885" v="36"/>
          <ac:picMkLst>
            <pc:docMk/>
            <pc:sldMk cId="3478203657" sldId="257"/>
            <ac:picMk id="12" creationId="{41B68C77-138E-4BF7-A276-BD0C78A4219F}"/>
          </ac:picMkLst>
        </pc:picChg>
        <pc:picChg chg="add">
          <ac:chgData name="Zyad Smaki" userId="66c279856e7d1fbf" providerId="LiveId" clId="{8FE0EB61-65C4-48C7-9848-6BD8991B8CBD}" dt="2023-12-04T20:52:25.148" v="46" actId="26606"/>
          <ac:picMkLst>
            <pc:docMk/>
            <pc:sldMk cId="3478203657" sldId="257"/>
            <ac:picMk id="13" creationId="{B9238B3E-24AA-439A-B527-6C5DF6D72145}"/>
          </ac:picMkLst>
        </pc:picChg>
        <pc:picChg chg="del">
          <ac:chgData name="Zyad Smaki" userId="66c279856e7d1fbf" providerId="LiveId" clId="{8FE0EB61-65C4-48C7-9848-6BD8991B8CBD}" dt="2023-12-04T20:52:05.885" v="36"/>
          <ac:picMkLst>
            <pc:docMk/>
            <pc:sldMk cId="3478203657" sldId="257"/>
            <ac:picMk id="14" creationId="{7C268552-D473-46ED-B1B8-422042C4DEF1}"/>
          </ac:picMkLst>
        </pc:picChg>
        <pc:picChg chg="add">
          <ac:chgData name="Zyad Smaki" userId="66c279856e7d1fbf" providerId="LiveId" clId="{8FE0EB61-65C4-48C7-9848-6BD8991B8CBD}" dt="2023-12-04T20:52:25.148" v="46" actId="26606"/>
          <ac:picMkLst>
            <pc:docMk/>
            <pc:sldMk cId="3478203657" sldId="257"/>
            <ac:picMk id="15" creationId="{69F01145-BEA3-4CBF-AA21-10077B948CA8}"/>
          </ac:picMkLst>
        </pc:picChg>
        <pc:picChg chg="del">
          <ac:chgData name="Zyad Smaki" userId="66c279856e7d1fbf" providerId="LiveId" clId="{8FE0EB61-65C4-48C7-9848-6BD8991B8CBD}" dt="2023-12-04T20:52:05.885" v="36"/>
          <ac:picMkLst>
            <pc:docMk/>
            <pc:sldMk cId="3478203657" sldId="257"/>
            <ac:picMk id="18" creationId="{B9238B3E-24AA-439A-B527-6C5DF6D72145}"/>
          </ac:picMkLst>
        </pc:picChg>
        <pc:picChg chg="del">
          <ac:chgData name="Zyad Smaki" userId="66c279856e7d1fbf" providerId="LiveId" clId="{8FE0EB61-65C4-48C7-9848-6BD8991B8CBD}" dt="2023-12-04T20:52:05.885" v="36"/>
          <ac:picMkLst>
            <pc:docMk/>
            <pc:sldMk cId="3478203657" sldId="257"/>
            <ac:picMk id="20" creationId="{69F01145-BEA3-4CBF-AA21-10077B948CA8}"/>
          </ac:picMkLst>
        </pc:picChg>
      </pc:sldChg>
      <pc:sldChg chg="addSp delSp modSp mod ord delDesignElem">
        <pc:chgData name="Zyad Smaki" userId="66c279856e7d1fbf" providerId="LiveId" clId="{8FE0EB61-65C4-48C7-9848-6BD8991B8CBD}" dt="2023-12-05T09:11:30.013" v="65"/>
        <pc:sldMkLst>
          <pc:docMk/>
          <pc:sldMk cId="3410663242" sldId="258"/>
        </pc:sldMkLst>
        <pc:spChg chg="mod">
          <ac:chgData name="Zyad Smaki" userId="66c279856e7d1fbf" providerId="LiveId" clId="{8FE0EB61-65C4-48C7-9848-6BD8991B8CBD}" dt="2023-12-04T20:52:27.469" v="47" actId="26606"/>
          <ac:spMkLst>
            <pc:docMk/>
            <pc:sldMk cId="3410663242" sldId="258"/>
            <ac:spMk id="2" creationId="{E70B09EF-C9AD-4748-CBD7-0AB3EA71452D}"/>
          </ac:spMkLst>
        </pc:spChg>
        <pc:spChg chg="add del">
          <ac:chgData name="Zyad Smaki" userId="66c279856e7d1fbf" providerId="LiveId" clId="{8FE0EB61-65C4-48C7-9848-6BD8991B8CBD}" dt="2023-12-05T09:04:18.520" v="54" actId="26606"/>
          <ac:spMkLst>
            <pc:docMk/>
            <pc:sldMk cId="3410663242" sldId="258"/>
            <ac:spMk id="13" creationId="{4AC0CD9D-7610-4620-93B4-798CCD9AB581}"/>
          </ac:spMkLst>
        </pc:spChg>
        <pc:spChg chg="del">
          <ac:chgData name="Zyad Smaki" userId="66c279856e7d1fbf" providerId="LiveId" clId="{8FE0EB61-65C4-48C7-9848-6BD8991B8CBD}" dt="2023-12-04T20:52:05.885" v="36"/>
          <ac:spMkLst>
            <pc:docMk/>
            <pc:sldMk cId="3410663242" sldId="258"/>
            <ac:spMk id="18" creationId="{4AC0CD9D-7610-4620-93B4-798CCD9AB581}"/>
          </ac:spMkLst>
        </pc:spChg>
        <pc:spChg chg="add del">
          <ac:chgData name="Zyad Smaki" userId="66c279856e7d1fbf" providerId="LiveId" clId="{8FE0EB61-65C4-48C7-9848-6BD8991B8CBD}" dt="2023-12-05T09:04:18.520" v="54" actId="26606"/>
          <ac:spMkLst>
            <pc:docMk/>
            <pc:sldMk cId="3410663242" sldId="258"/>
            <ac:spMk id="19" creationId="{DE4D62F9-188E-4530-84C2-24BDEE4BEB82}"/>
          </ac:spMkLst>
        </pc:spChg>
        <pc:spChg chg="add del">
          <ac:chgData name="Zyad Smaki" userId="66c279856e7d1fbf" providerId="LiveId" clId="{8FE0EB61-65C4-48C7-9848-6BD8991B8CBD}" dt="2023-12-05T09:04:18.520" v="54" actId="26606"/>
          <ac:spMkLst>
            <pc:docMk/>
            <pc:sldMk cId="3410663242" sldId="258"/>
            <ac:spMk id="21" creationId="{757B325C-3E35-45CF-9D07-3BCB281F3B9C}"/>
          </ac:spMkLst>
        </pc:spChg>
        <pc:spChg chg="add del">
          <ac:chgData name="Zyad Smaki" userId="66c279856e7d1fbf" providerId="LiveId" clId="{8FE0EB61-65C4-48C7-9848-6BD8991B8CBD}" dt="2023-12-05T09:04:18.520" v="54" actId="26606"/>
          <ac:spMkLst>
            <pc:docMk/>
            <pc:sldMk cId="3410663242" sldId="258"/>
            <ac:spMk id="23" creationId="{C24BEC42-AFF3-40D1-93A2-A27A42E1E23C}"/>
          </ac:spMkLst>
        </pc:spChg>
        <pc:spChg chg="del">
          <ac:chgData name="Zyad Smaki" userId="66c279856e7d1fbf" providerId="LiveId" clId="{8FE0EB61-65C4-48C7-9848-6BD8991B8CBD}" dt="2023-12-04T20:52:05.885" v="36"/>
          <ac:spMkLst>
            <pc:docMk/>
            <pc:sldMk cId="3410663242" sldId="258"/>
            <ac:spMk id="24" creationId="{DE4D62F9-188E-4530-84C2-24BDEE4BEB82}"/>
          </ac:spMkLst>
        </pc:spChg>
        <pc:spChg chg="add del">
          <ac:chgData name="Zyad Smaki" userId="66c279856e7d1fbf" providerId="LiveId" clId="{8FE0EB61-65C4-48C7-9848-6BD8991B8CBD}" dt="2023-12-05T09:04:18.520" v="54" actId="26606"/>
          <ac:spMkLst>
            <pc:docMk/>
            <pc:sldMk cId="3410663242" sldId="258"/>
            <ac:spMk id="25" creationId="{608F427C-1EC9-4280-9367-F2B3AA063E82}"/>
          </ac:spMkLst>
        </pc:spChg>
        <pc:spChg chg="del">
          <ac:chgData name="Zyad Smaki" userId="66c279856e7d1fbf" providerId="LiveId" clId="{8FE0EB61-65C4-48C7-9848-6BD8991B8CBD}" dt="2023-12-04T20:52:05.885" v="36"/>
          <ac:spMkLst>
            <pc:docMk/>
            <pc:sldMk cId="3410663242" sldId="258"/>
            <ac:spMk id="26" creationId="{757B325C-3E35-45CF-9D07-3BCB281F3B9C}"/>
          </ac:spMkLst>
        </pc:spChg>
        <pc:spChg chg="add del">
          <ac:chgData name="Zyad Smaki" userId="66c279856e7d1fbf" providerId="LiveId" clId="{8FE0EB61-65C4-48C7-9848-6BD8991B8CBD}" dt="2023-12-05T09:04:18.520" v="54" actId="26606"/>
          <ac:spMkLst>
            <pc:docMk/>
            <pc:sldMk cId="3410663242" sldId="258"/>
            <ac:spMk id="27" creationId="{F98810A7-E114-447A-A7D6-69B27CFB5650}"/>
          </ac:spMkLst>
        </pc:spChg>
        <pc:spChg chg="del">
          <ac:chgData name="Zyad Smaki" userId="66c279856e7d1fbf" providerId="LiveId" clId="{8FE0EB61-65C4-48C7-9848-6BD8991B8CBD}" dt="2023-12-04T20:52:05.885" v="36"/>
          <ac:spMkLst>
            <pc:docMk/>
            <pc:sldMk cId="3410663242" sldId="258"/>
            <ac:spMk id="28" creationId="{C24BEC42-AFF3-40D1-93A2-A27A42E1E23C}"/>
          </ac:spMkLst>
        </pc:spChg>
        <pc:spChg chg="del">
          <ac:chgData name="Zyad Smaki" userId="66c279856e7d1fbf" providerId="LiveId" clId="{8FE0EB61-65C4-48C7-9848-6BD8991B8CBD}" dt="2023-12-04T20:52:05.885" v="36"/>
          <ac:spMkLst>
            <pc:docMk/>
            <pc:sldMk cId="3410663242" sldId="258"/>
            <ac:spMk id="30" creationId="{608F427C-1EC9-4280-9367-F2B3AA063E82}"/>
          </ac:spMkLst>
        </pc:spChg>
        <pc:spChg chg="del">
          <ac:chgData name="Zyad Smaki" userId="66c279856e7d1fbf" providerId="LiveId" clId="{8FE0EB61-65C4-48C7-9848-6BD8991B8CBD}" dt="2023-12-04T20:52:05.885" v="36"/>
          <ac:spMkLst>
            <pc:docMk/>
            <pc:sldMk cId="3410663242" sldId="258"/>
            <ac:spMk id="32" creationId="{F98810A7-E114-447A-A7D6-69B27CFB5650}"/>
          </ac:spMkLst>
        </pc:spChg>
        <pc:spChg chg="add">
          <ac:chgData name="Zyad Smaki" userId="66c279856e7d1fbf" providerId="LiveId" clId="{8FE0EB61-65C4-48C7-9848-6BD8991B8CBD}" dt="2023-12-05T09:04:18.520" v="54" actId="26606"/>
          <ac:spMkLst>
            <pc:docMk/>
            <pc:sldMk cId="3410663242" sldId="258"/>
            <ac:spMk id="36" creationId="{4AC0CD9D-7610-4620-93B4-798CCD9AB581}"/>
          </ac:spMkLst>
        </pc:spChg>
        <pc:spChg chg="add">
          <ac:chgData name="Zyad Smaki" userId="66c279856e7d1fbf" providerId="LiveId" clId="{8FE0EB61-65C4-48C7-9848-6BD8991B8CBD}" dt="2023-12-05T09:04:18.520" v="54" actId="26606"/>
          <ac:spMkLst>
            <pc:docMk/>
            <pc:sldMk cId="3410663242" sldId="258"/>
            <ac:spMk id="42" creationId="{DE4D62F9-188E-4530-84C2-24BDEE4BEB82}"/>
          </ac:spMkLst>
        </pc:spChg>
        <pc:spChg chg="add">
          <ac:chgData name="Zyad Smaki" userId="66c279856e7d1fbf" providerId="LiveId" clId="{8FE0EB61-65C4-48C7-9848-6BD8991B8CBD}" dt="2023-12-05T09:04:18.520" v="54" actId="26606"/>
          <ac:spMkLst>
            <pc:docMk/>
            <pc:sldMk cId="3410663242" sldId="258"/>
            <ac:spMk id="44" creationId="{757B325C-3E35-45CF-9D07-3BCB281F3B9C}"/>
          </ac:spMkLst>
        </pc:spChg>
        <pc:spChg chg="add">
          <ac:chgData name="Zyad Smaki" userId="66c279856e7d1fbf" providerId="LiveId" clId="{8FE0EB61-65C4-48C7-9848-6BD8991B8CBD}" dt="2023-12-05T09:04:18.520" v="54" actId="26606"/>
          <ac:spMkLst>
            <pc:docMk/>
            <pc:sldMk cId="3410663242" sldId="258"/>
            <ac:spMk id="46" creationId="{C24BEC42-AFF3-40D1-93A2-A27A42E1E23C}"/>
          </ac:spMkLst>
        </pc:spChg>
        <pc:spChg chg="add">
          <ac:chgData name="Zyad Smaki" userId="66c279856e7d1fbf" providerId="LiveId" clId="{8FE0EB61-65C4-48C7-9848-6BD8991B8CBD}" dt="2023-12-05T09:04:18.520" v="54" actId="26606"/>
          <ac:spMkLst>
            <pc:docMk/>
            <pc:sldMk cId="3410663242" sldId="258"/>
            <ac:spMk id="48" creationId="{608F427C-1EC9-4280-9367-F2B3AA063E82}"/>
          </ac:spMkLst>
        </pc:spChg>
        <pc:spChg chg="add">
          <ac:chgData name="Zyad Smaki" userId="66c279856e7d1fbf" providerId="LiveId" clId="{8FE0EB61-65C4-48C7-9848-6BD8991B8CBD}" dt="2023-12-05T09:04:18.520" v="54" actId="26606"/>
          <ac:spMkLst>
            <pc:docMk/>
            <pc:sldMk cId="3410663242" sldId="258"/>
            <ac:spMk id="50" creationId="{F98810A7-E114-447A-A7D6-69B27CFB5650}"/>
          </ac:spMkLst>
        </pc:spChg>
        <pc:picChg chg="add mod">
          <ac:chgData name="Zyad Smaki" userId="66c279856e7d1fbf" providerId="LiveId" clId="{8FE0EB61-65C4-48C7-9848-6BD8991B8CBD}" dt="2023-12-05T09:04:20.675" v="56" actId="962"/>
          <ac:picMkLst>
            <pc:docMk/>
            <pc:sldMk cId="3410663242" sldId="258"/>
            <ac:picMk id="4" creationId="{493A1310-824F-5CB1-36EA-1FD5B5BB1859}"/>
          </ac:picMkLst>
        </pc:picChg>
        <pc:picChg chg="del mod">
          <ac:chgData name="Zyad Smaki" userId="66c279856e7d1fbf" providerId="LiveId" clId="{8FE0EB61-65C4-48C7-9848-6BD8991B8CBD}" dt="2023-12-05T09:04:02.101" v="50" actId="478"/>
          <ac:picMkLst>
            <pc:docMk/>
            <pc:sldMk cId="3410663242" sldId="258"/>
            <ac:picMk id="9" creationId="{98FC399C-369B-F7D6-9264-80A08A8B3D29}"/>
          </ac:picMkLst>
        </pc:picChg>
        <pc:picChg chg="add del">
          <ac:chgData name="Zyad Smaki" userId="66c279856e7d1fbf" providerId="LiveId" clId="{8FE0EB61-65C4-48C7-9848-6BD8991B8CBD}" dt="2023-12-05T09:04:18.520" v="54" actId="26606"/>
          <ac:picMkLst>
            <pc:docMk/>
            <pc:sldMk cId="3410663242" sldId="258"/>
            <ac:picMk id="11" creationId="{41B68C77-138E-4BF7-A276-BD0C78A4219F}"/>
          </ac:picMkLst>
        </pc:picChg>
        <pc:picChg chg="add del">
          <ac:chgData name="Zyad Smaki" userId="66c279856e7d1fbf" providerId="LiveId" clId="{8FE0EB61-65C4-48C7-9848-6BD8991B8CBD}" dt="2023-12-05T09:04:18.520" v="54" actId="26606"/>
          <ac:picMkLst>
            <pc:docMk/>
            <pc:sldMk cId="3410663242" sldId="258"/>
            <ac:picMk id="12" creationId="{7C268552-D473-46ED-B1B8-422042C4DEF1}"/>
          </ac:picMkLst>
        </pc:picChg>
        <pc:picChg chg="del">
          <ac:chgData name="Zyad Smaki" userId="66c279856e7d1fbf" providerId="LiveId" clId="{8FE0EB61-65C4-48C7-9848-6BD8991B8CBD}" dt="2023-12-04T20:52:05.885" v="36"/>
          <ac:picMkLst>
            <pc:docMk/>
            <pc:sldMk cId="3410663242" sldId="258"/>
            <ac:picMk id="14" creationId="{41B68C77-138E-4BF7-A276-BD0C78A4219F}"/>
          </ac:picMkLst>
        </pc:picChg>
        <pc:picChg chg="add del">
          <ac:chgData name="Zyad Smaki" userId="66c279856e7d1fbf" providerId="LiveId" clId="{8FE0EB61-65C4-48C7-9848-6BD8991B8CBD}" dt="2023-12-05T09:04:18.520" v="54" actId="26606"/>
          <ac:picMkLst>
            <pc:docMk/>
            <pc:sldMk cId="3410663242" sldId="258"/>
            <ac:picMk id="15" creationId="{B9238B3E-24AA-439A-B527-6C5DF6D72145}"/>
          </ac:picMkLst>
        </pc:picChg>
        <pc:picChg chg="del">
          <ac:chgData name="Zyad Smaki" userId="66c279856e7d1fbf" providerId="LiveId" clId="{8FE0EB61-65C4-48C7-9848-6BD8991B8CBD}" dt="2023-12-04T20:52:05.885" v="36"/>
          <ac:picMkLst>
            <pc:docMk/>
            <pc:sldMk cId="3410663242" sldId="258"/>
            <ac:picMk id="16" creationId="{7C268552-D473-46ED-B1B8-422042C4DEF1}"/>
          </ac:picMkLst>
        </pc:picChg>
        <pc:picChg chg="add del">
          <ac:chgData name="Zyad Smaki" userId="66c279856e7d1fbf" providerId="LiveId" clId="{8FE0EB61-65C4-48C7-9848-6BD8991B8CBD}" dt="2023-12-05T09:04:18.520" v="54" actId="26606"/>
          <ac:picMkLst>
            <pc:docMk/>
            <pc:sldMk cId="3410663242" sldId="258"/>
            <ac:picMk id="17" creationId="{69F01145-BEA3-4CBF-AA21-10077B948CA8}"/>
          </ac:picMkLst>
        </pc:picChg>
        <pc:picChg chg="del">
          <ac:chgData name="Zyad Smaki" userId="66c279856e7d1fbf" providerId="LiveId" clId="{8FE0EB61-65C4-48C7-9848-6BD8991B8CBD}" dt="2023-12-04T20:52:05.885" v="36"/>
          <ac:picMkLst>
            <pc:docMk/>
            <pc:sldMk cId="3410663242" sldId="258"/>
            <ac:picMk id="20" creationId="{B9238B3E-24AA-439A-B527-6C5DF6D72145}"/>
          </ac:picMkLst>
        </pc:picChg>
        <pc:picChg chg="del">
          <ac:chgData name="Zyad Smaki" userId="66c279856e7d1fbf" providerId="LiveId" clId="{8FE0EB61-65C4-48C7-9848-6BD8991B8CBD}" dt="2023-12-04T20:52:05.885" v="36"/>
          <ac:picMkLst>
            <pc:docMk/>
            <pc:sldMk cId="3410663242" sldId="258"/>
            <ac:picMk id="22" creationId="{69F01145-BEA3-4CBF-AA21-10077B948CA8}"/>
          </ac:picMkLst>
        </pc:picChg>
        <pc:picChg chg="add">
          <ac:chgData name="Zyad Smaki" userId="66c279856e7d1fbf" providerId="LiveId" clId="{8FE0EB61-65C4-48C7-9848-6BD8991B8CBD}" dt="2023-12-05T09:04:18.520" v="54" actId="26606"/>
          <ac:picMkLst>
            <pc:docMk/>
            <pc:sldMk cId="3410663242" sldId="258"/>
            <ac:picMk id="29" creationId="{41B68C77-138E-4BF7-A276-BD0C78A4219F}"/>
          </ac:picMkLst>
        </pc:picChg>
        <pc:picChg chg="add">
          <ac:chgData name="Zyad Smaki" userId="66c279856e7d1fbf" providerId="LiveId" clId="{8FE0EB61-65C4-48C7-9848-6BD8991B8CBD}" dt="2023-12-05T09:04:18.520" v="54" actId="26606"/>
          <ac:picMkLst>
            <pc:docMk/>
            <pc:sldMk cId="3410663242" sldId="258"/>
            <ac:picMk id="34" creationId="{7C268552-D473-46ED-B1B8-422042C4DEF1}"/>
          </ac:picMkLst>
        </pc:picChg>
        <pc:picChg chg="add">
          <ac:chgData name="Zyad Smaki" userId="66c279856e7d1fbf" providerId="LiveId" clId="{8FE0EB61-65C4-48C7-9848-6BD8991B8CBD}" dt="2023-12-05T09:04:18.520" v="54" actId="26606"/>
          <ac:picMkLst>
            <pc:docMk/>
            <pc:sldMk cId="3410663242" sldId="258"/>
            <ac:picMk id="38" creationId="{B9238B3E-24AA-439A-B527-6C5DF6D72145}"/>
          </ac:picMkLst>
        </pc:picChg>
        <pc:picChg chg="add">
          <ac:chgData name="Zyad Smaki" userId="66c279856e7d1fbf" providerId="LiveId" clId="{8FE0EB61-65C4-48C7-9848-6BD8991B8CBD}" dt="2023-12-05T09:04:18.520" v="54" actId="26606"/>
          <ac:picMkLst>
            <pc:docMk/>
            <pc:sldMk cId="3410663242" sldId="258"/>
            <ac:picMk id="40" creationId="{69F01145-BEA3-4CBF-AA21-10077B948CA8}"/>
          </ac:picMkLst>
        </pc:picChg>
      </pc:sldChg>
      <pc:sldChg chg="addSp delSp modSp mod delDesignElem">
        <pc:chgData name="Zyad Smaki" userId="66c279856e7d1fbf" providerId="LiveId" clId="{8FE0EB61-65C4-48C7-9848-6BD8991B8CBD}" dt="2023-12-04T20:52:29.069" v="48" actId="26606"/>
        <pc:sldMkLst>
          <pc:docMk/>
          <pc:sldMk cId="2880520645" sldId="259"/>
        </pc:sldMkLst>
        <pc:spChg chg="mod">
          <ac:chgData name="Zyad Smaki" userId="66c279856e7d1fbf" providerId="LiveId" clId="{8FE0EB61-65C4-48C7-9848-6BD8991B8CBD}" dt="2023-12-04T20:52:29.069" v="48" actId="26606"/>
          <ac:spMkLst>
            <pc:docMk/>
            <pc:sldMk cId="2880520645" sldId="259"/>
            <ac:spMk id="2" creationId="{F23667C3-CAE1-EE65-ED69-817F9F1AB929}"/>
          </ac:spMkLst>
        </pc:spChg>
        <pc:spChg chg="add">
          <ac:chgData name="Zyad Smaki" userId="66c279856e7d1fbf" providerId="LiveId" clId="{8FE0EB61-65C4-48C7-9848-6BD8991B8CBD}" dt="2023-12-04T20:52:29.069" v="48" actId="26606"/>
          <ac:spMkLst>
            <pc:docMk/>
            <pc:sldMk cId="2880520645" sldId="259"/>
            <ac:spMk id="14" creationId="{4AC0CD9D-7610-4620-93B4-798CCD9AB581}"/>
          </ac:spMkLst>
        </pc:spChg>
        <pc:spChg chg="add">
          <ac:chgData name="Zyad Smaki" userId="66c279856e7d1fbf" providerId="LiveId" clId="{8FE0EB61-65C4-48C7-9848-6BD8991B8CBD}" dt="2023-12-04T20:52:29.069" v="48" actId="26606"/>
          <ac:spMkLst>
            <pc:docMk/>
            <pc:sldMk cId="2880520645" sldId="259"/>
            <ac:spMk id="20" creationId="{DE4D62F9-188E-4530-84C2-24BDEE4BEB82}"/>
          </ac:spMkLst>
        </pc:spChg>
        <pc:spChg chg="add">
          <ac:chgData name="Zyad Smaki" userId="66c279856e7d1fbf" providerId="LiveId" clId="{8FE0EB61-65C4-48C7-9848-6BD8991B8CBD}" dt="2023-12-04T20:52:29.069" v="48" actId="26606"/>
          <ac:spMkLst>
            <pc:docMk/>
            <pc:sldMk cId="2880520645" sldId="259"/>
            <ac:spMk id="22" creationId="{757B325C-3E35-45CF-9D07-3BCB281F3B9C}"/>
          </ac:spMkLst>
        </pc:spChg>
        <pc:spChg chg="add">
          <ac:chgData name="Zyad Smaki" userId="66c279856e7d1fbf" providerId="LiveId" clId="{8FE0EB61-65C4-48C7-9848-6BD8991B8CBD}" dt="2023-12-04T20:52:29.069" v="48" actId="26606"/>
          <ac:spMkLst>
            <pc:docMk/>
            <pc:sldMk cId="2880520645" sldId="259"/>
            <ac:spMk id="24" creationId="{C24BEC42-AFF3-40D1-93A2-A27A42E1E23C}"/>
          </ac:spMkLst>
        </pc:spChg>
        <pc:spChg chg="add">
          <ac:chgData name="Zyad Smaki" userId="66c279856e7d1fbf" providerId="LiveId" clId="{8FE0EB61-65C4-48C7-9848-6BD8991B8CBD}" dt="2023-12-04T20:52:29.069" v="48" actId="26606"/>
          <ac:spMkLst>
            <pc:docMk/>
            <pc:sldMk cId="2880520645" sldId="259"/>
            <ac:spMk id="26" creationId="{608F427C-1EC9-4280-9367-F2B3AA063E82}"/>
          </ac:spMkLst>
        </pc:spChg>
        <pc:spChg chg="add">
          <ac:chgData name="Zyad Smaki" userId="66c279856e7d1fbf" providerId="LiveId" clId="{8FE0EB61-65C4-48C7-9848-6BD8991B8CBD}" dt="2023-12-04T20:52:29.069" v="48" actId="26606"/>
          <ac:spMkLst>
            <pc:docMk/>
            <pc:sldMk cId="2880520645" sldId="259"/>
            <ac:spMk id="28" creationId="{F98810A7-E114-447A-A7D6-69B27CFB5650}"/>
          </ac:spMkLst>
        </pc:spChg>
        <pc:spChg chg="del">
          <ac:chgData name="Zyad Smaki" userId="66c279856e7d1fbf" providerId="LiveId" clId="{8FE0EB61-65C4-48C7-9848-6BD8991B8CBD}" dt="2023-12-04T20:52:05.885" v="36"/>
          <ac:spMkLst>
            <pc:docMk/>
            <pc:sldMk cId="2880520645" sldId="259"/>
            <ac:spMk id="220" creationId="{4AC0CD9D-7610-4620-93B4-798CCD9AB581}"/>
          </ac:spMkLst>
        </pc:spChg>
        <pc:spChg chg="del">
          <ac:chgData name="Zyad Smaki" userId="66c279856e7d1fbf" providerId="LiveId" clId="{8FE0EB61-65C4-48C7-9848-6BD8991B8CBD}" dt="2023-12-04T20:52:05.885" v="36"/>
          <ac:spMkLst>
            <pc:docMk/>
            <pc:sldMk cId="2880520645" sldId="259"/>
            <ac:spMk id="226" creationId="{DE4D62F9-188E-4530-84C2-24BDEE4BEB82}"/>
          </ac:spMkLst>
        </pc:spChg>
        <pc:spChg chg="del">
          <ac:chgData name="Zyad Smaki" userId="66c279856e7d1fbf" providerId="LiveId" clId="{8FE0EB61-65C4-48C7-9848-6BD8991B8CBD}" dt="2023-12-04T20:52:05.885" v="36"/>
          <ac:spMkLst>
            <pc:docMk/>
            <pc:sldMk cId="2880520645" sldId="259"/>
            <ac:spMk id="228" creationId="{757B325C-3E35-45CF-9D07-3BCB281F3B9C}"/>
          </ac:spMkLst>
        </pc:spChg>
        <pc:spChg chg="del">
          <ac:chgData name="Zyad Smaki" userId="66c279856e7d1fbf" providerId="LiveId" clId="{8FE0EB61-65C4-48C7-9848-6BD8991B8CBD}" dt="2023-12-04T20:52:05.885" v="36"/>
          <ac:spMkLst>
            <pc:docMk/>
            <pc:sldMk cId="2880520645" sldId="259"/>
            <ac:spMk id="230" creationId="{C24BEC42-AFF3-40D1-93A2-A27A42E1E23C}"/>
          </ac:spMkLst>
        </pc:spChg>
        <pc:spChg chg="del">
          <ac:chgData name="Zyad Smaki" userId="66c279856e7d1fbf" providerId="LiveId" clId="{8FE0EB61-65C4-48C7-9848-6BD8991B8CBD}" dt="2023-12-04T20:52:05.885" v="36"/>
          <ac:spMkLst>
            <pc:docMk/>
            <pc:sldMk cId="2880520645" sldId="259"/>
            <ac:spMk id="232" creationId="{608F427C-1EC9-4280-9367-F2B3AA063E82}"/>
          </ac:spMkLst>
        </pc:spChg>
        <pc:spChg chg="del">
          <ac:chgData name="Zyad Smaki" userId="66c279856e7d1fbf" providerId="LiveId" clId="{8FE0EB61-65C4-48C7-9848-6BD8991B8CBD}" dt="2023-12-04T20:52:05.885" v="36"/>
          <ac:spMkLst>
            <pc:docMk/>
            <pc:sldMk cId="2880520645" sldId="259"/>
            <ac:spMk id="234" creationId="{F98810A7-E114-447A-A7D6-69B27CFB5650}"/>
          </ac:spMkLst>
        </pc:spChg>
        <pc:picChg chg="mod">
          <ac:chgData name="Zyad Smaki" userId="66c279856e7d1fbf" providerId="LiveId" clId="{8FE0EB61-65C4-48C7-9848-6BD8991B8CBD}" dt="2023-12-04T20:52:29.069" v="48" actId="26606"/>
          <ac:picMkLst>
            <pc:docMk/>
            <pc:sldMk cId="2880520645" sldId="259"/>
            <ac:picMk id="5" creationId="{B1A3F903-3B91-3F28-43DF-E611AEB61E91}"/>
          </ac:picMkLst>
        </pc:picChg>
        <pc:picChg chg="add">
          <ac:chgData name="Zyad Smaki" userId="66c279856e7d1fbf" providerId="LiveId" clId="{8FE0EB61-65C4-48C7-9848-6BD8991B8CBD}" dt="2023-12-04T20:52:29.069" v="48" actId="26606"/>
          <ac:picMkLst>
            <pc:docMk/>
            <pc:sldMk cId="2880520645" sldId="259"/>
            <ac:picMk id="10" creationId="{41B68C77-138E-4BF7-A276-BD0C78A4219F}"/>
          </ac:picMkLst>
        </pc:picChg>
        <pc:picChg chg="add">
          <ac:chgData name="Zyad Smaki" userId="66c279856e7d1fbf" providerId="LiveId" clId="{8FE0EB61-65C4-48C7-9848-6BD8991B8CBD}" dt="2023-12-04T20:52:29.069" v="48" actId="26606"/>
          <ac:picMkLst>
            <pc:docMk/>
            <pc:sldMk cId="2880520645" sldId="259"/>
            <ac:picMk id="12" creationId="{7C268552-D473-46ED-B1B8-422042C4DEF1}"/>
          </ac:picMkLst>
        </pc:picChg>
        <pc:picChg chg="add">
          <ac:chgData name="Zyad Smaki" userId="66c279856e7d1fbf" providerId="LiveId" clId="{8FE0EB61-65C4-48C7-9848-6BD8991B8CBD}" dt="2023-12-04T20:52:29.069" v="48" actId="26606"/>
          <ac:picMkLst>
            <pc:docMk/>
            <pc:sldMk cId="2880520645" sldId="259"/>
            <ac:picMk id="16" creationId="{B9238B3E-24AA-439A-B527-6C5DF6D72145}"/>
          </ac:picMkLst>
        </pc:picChg>
        <pc:picChg chg="add">
          <ac:chgData name="Zyad Smaki" userId="66c279856e7d1fbf" providerId="LiveId" clId="{8FE0EB61-65C4-48C7-9848-6BD8991B8CBD}" dt="2023-12-04T20:52:29.069" v="48" actId="26606"/>
          <ac:picMkLst>
            <pc:docMk/>
            <pc:sldMk cId="2880520645" sldId="259"/>
            <ac:picMk id="18" creationId="{69F01145-BEA3-4CBF-AA21-10077B948CA8}"/>
          </ac:picMkLst>
        </pc:picChg>
        <pc:picChg chg="del">
          <ac:chgData name="Zyad Smaki" userId="66c279856e7d1fbf" providerId="LiveId" clId="{8FE0EB61-65C4-48C7-9848-6BD8991B8CBD}" dt="2023-12-04T20:52:05.885" v="36"/>
          <ac:picMkLst>
            <pc:docMk/>
            <pc:sldMk cId="2880520645" sldId="259"/>
            <ac:picMk id="216" creationId="{41B68C77-138E-4BF7-A276-BD0C78A4219F}"/>
          </ac:picMkLst>
        </pc:picChg>
        <pc:picChg chg="del">
          <ac:chgData name="Zyad Smaki" userId="66c279856e7d1fbf" providerId="LiveId" clId="{8FE0EB61-65C4-48C7-9848-6BD8991B8CBD}" dt="2023-12-04T20:52:05.885" v="36"/>
          <ac:picMkLst>
            <pc:docMk/>
            <pc:sldMk cId="2880520645" sldId="259"/>
            <ac:picMk id="218" creationId="{7C268552-D473-46ED-B1B8-422042C4DEF1}"/>
          </ac:picMkLst>
        </pc:picChg>
        <pc:picChg chg="del">
          <ac:chgData name="Zyad Smaki" userId="66c279856e7d1fbf" providerId="LiveId" clId="{8FE0EB61-65C4-48C7-9848-6BD8991B8CBD}" dt="2023-12-04T20:52:05.885" v="36"/>
          <ac:picMkLst>
            <pc:docMk/>
            <pc:sldMk cId="2880520645" sldId="259"/>
            <ac:picMk id="222" creationId="{B9238B3E-24AA-439A-B527-6C5DF6D72145}"/>
          </ac:picMkLst>
        </pc:picChg>
        <pc:picChg chg="del">
          <ac:chgData name="Zyad Smaki" userId="66c279856e7d1fbf" providerId="LiveId" clId="{8FE0EB61-65C4-48C7-9848-6BD8991B8CBD}" dt="2023-12-04T20:52:05.885" v="36"/>
          <ac:picMkLst>
            <pc:docMk/>
            <pc:sldMk cId="2880520645" sldId="259"/>
            <ac:picMk id="224" creationId="{69F01145-BEA3-4CBF-AA21-10077B948CA8}"/>
          </ac:picMkLst>
        </pc:picChg>
      </pc:sldChg>
      <pc:sldChg chg="addSp delSp modSp mod ord delDesignElem">
        <pc:chgData name="Zyad Smaki" userId="66c279856e7d1fbf" providerId="LiveId" clId="{8FE0EB61-65C4-48C7-9848-6BD8991B8CBD}" dt="2023-12-05T09:11:04.380" v="63"/>
        <pc:sldMkLst>
          <pc:docMk/>
          <pc:sldMk cId="2478042950" sldId="260"/>
        </pc:sldMkLst>
        <pc:spChg chg="mod">
          <ac:chgData name="Zyad Smaki" userId="66c279856e7d1fbf" providerId="LiveId" clId="{8FE0EB61-65C4-48C7-9848-6BD8991B8CBD}" dt="2023-12-04T20:22:40.717" v="25" actId="26606"/>
          <ac:spMkLst>
            <pc:docMk/>
            <pc:sldMk cId="2478042950" sldId="260"/>
            <ac:spMk id="2" creationId="{344D5C07-B8F5-7EE5-3407-4D660EABFB42}"/>
          </ac:spMkLst>
        </pc:spChg>
        <pc:spChg chg="add del">
          <ac:chgData name="Zyad Smaki" userId="66c279856e7d1fbf" providerId="LiveId" clId="{8FE0EB61-65C4-48C7-9848-6BD8991B8CBD}" dt="2023-12-05T09:10:13.996" v="61" actId="26606"/>
          <ac:spMkLst>
            <pc:docMk/>
            <pc:sldMk cId="2478042950" sldId="260"/>
            <ac:spMk id="13" creationId="{4AC0CD9D-7610-4620-93B4-798CCD9AB581}"/>
          </ac:spMkLst>
        </pc:spChg>
        <pc:spChg chg="add del">
          <ac:chgData name="Zyad Smaki" userId="66c279856e7d1fbf" providerId="LiveId" clId="{8FE0EB61-65C4-48C7-9848-6BD8991B8CBD}" dt="2023-12-05T09:10:13.996" v="61" actId="26606"/>
          <ac:spMkLst>
            <pc:docMk/>
            <pc:sldMk cId="2478042950" sldId="260"/>
            <ac:spMk id="19" creationId="{DE4D62F9-188E-4530-84C2-24BDEE4BEB82}"/>
          </ac:spMkLst>
        </pc:spChg>
        <pc:spChg chg="add del">
          <ac:chgData name="Zyad Smaki" userId="66c279856e7d1fbf" providerId="LiveId" clId="{8FE0EB61-65C4-48C7-9848-6BD8991B8CBD}" dt="2023-12-05T09:10:13.996" v="61" actId="26606"/>
          <ac:spMkLst>
            <pc:docMk/>
            <pc:sldMk cId="2478042950" sldId="260"/>
            <ac:spMk id="21" creationId="{757B325C-3E35-45CF-9D07-3BCB281F3B9C}"/>
          </ac:spMkLst>
        </pc:spChg>
        <pc:spChg chg="add del">
          <ac:chgData name="Zyad Smaki" userId="66c279856e7d1fbf" providerId="LiveId" clId="{8FE0EB61-65C4-48C7-9848-6BD8991B8CBD}" dt="2023-12-05T09:10:13.996" v="61" actId="26606"/>
          <ac:spMkLst>
            <pc:docMk/>
            <pc:sldMk cId="2478042950" sldId="260"/>
            <ac:spMk id="23" creationId="{C24BEC42-AFF3-40D1-93A2-A27A42E1E23C}"/>
          </ac:spMkLst>
        </pc:spChg>
        <pc:spChg chg="add del">
          <ac:chgData name="Zyad Smaki" userId="66c279856e7d1fbf" providerId="LiveId" clId="{8FE0EB61-65C4-48C7-9848-6BD8991B8CBD}" dt="2023-12-05T09:10:13.996" v="61" actId="26606"/>
          <ac:spMkLst>
            <pc:docMk/>
            <pc:sldMk cId="2478042950" sldId="260"/>
            <ac:spMk id="25" creationId="{608F427C-1EC9-4280-9367-F2B3AA063E82}"/>
          </ac:spMkLst>
        </pc:spChg>
        <pc:spChg chg="add del">
          <ac:chgData name="Zyad Smaki" userId="66c279856e7d1fbf" providerId="LiveId" clId="{8FE0EB61-65C4-48C7-9848-6BD8991B8CBD}" dt="2023-12-05T09:10:13.996" v="61" actId="26606"/>
          <ac:spMkLst>
            <pc:docMk/>
            <pc:sldMk cId="2478042950" sldId="260"/>
            <ac:spMk id="27" creationId="{F98810A7-E114-447A-A7D6-69B27CFB5650}"/>
          </ac:spMkLst>
        </pc:spChg>
        <pc:spChg chg="add">
          <ac:chgData name="Zyad Smaki" userId="66c279856e7d1fbf" providerId="LiveId" clId="{8FE0EB61-65C4-48C7-9848-6BD8991B8CBD}" dt="2023-12-05T09:10:13.996" v="61" actId="26606"/>
          <ac:spMkLst>
            <pc:docMk/>
            <pc:sldMk cId="2478042950" sldId="260"/>
            <ac:spMk id="36" creationId="{4AC0CD9D-7610-4620-93B4-798CCD9AB581}"/>
          </ac:spMkLst>
        </pc:spChg>
        <pc:spChg chg="add">
          <ac:chgData name="Zyad Smaki" userId="66c279856e7d1fbf" providerId="LiveId" clId="{8FE0EB61-65C4-48C7-9848-6BD8991B8CBD}" dt="2023-12-05T09:10:13.996" v="61" actId="26606"/>
          <ac:spMkLst>
            <pc:docMk/>
            <pc:sldMk cId="2478042950" sldId="260"/>
            <ac:spMk id="42" creationId="{DE4D62F9-188E-4530-84C2-24BDEE4BEB82}"/>
          </ac:spMkLst>
        </pc:spChg>
        <pc:spChg chg="add">
          <ac:chgData name="Zyad Smaki" userId="66c279856e7d1fbf" providerId="LiveId" clId="{8FE0EB61-65C4-48C7-9848-6BD8991B8CBD}" dt="2023-12-05T09:10:13.996" v="61" actId="26606"/>
          <ac:spMkLst>
            <pc:docMk/>
            <pc:sldMk cId="2478042950" sldId="260"/>
            <ac:spMk id="44" creationId="{757B325C-3E35-45CF-9D07-3BCB281F3B9C}"/>
          </ac:spMkLst>
        </pc:spChg>
        <pc:spChg chg="add">
          <ac:chgData name="Zyad Smaki" userId="66c279856e7d1fbf" providerId="LiveId" clId="{8FE0EB61-65C4-48C7-9848-6BD8991B8CBD}" dt="2023-12-05T09:10:13.996" v="61" actId="26606"/>
          <ac:spMkLst>
            <pc:docMk/>
            <pc:sldMk cId="2478042950" sldId="260"/>
            <ac:spMk id="46" creationId="{C24BEC42-AFF3-40D1-93A2-A27A42E1E23C}"/>
          </ac:spMkLst>
        </pc:spChg>
        <pc:spChg chg="add">
          <ac:chgData name="Zyad Smaki" userId="66c279856e7d1fbf" providerId="LiveId" clId="{8FE0EB61-65C4-48C7-9848-6BD8991B8CBD}" dt="2023-12-05T09:10:13.996" v="61" actId="26606"/>
          <ac:spMkLst>
            <pc:docMk/>
            <pc:sldMk cId="2478042950" sldId="260"/>
            <ac:spMk id="48" creationId="{608F427C-1EC9-4280-9367-F2B3AA063E82}"/>
          </ac:spMkLst>
        </pc:spChg>
        <pc:spChg chg="add">
          <ac:chgData name="Zyad Smaki" userId="66c279856e7d1fbf" providerId="LiveId" clId="{8FE0EB61-65C4-48C7-9848-6BD8991B8CBD}" dt="2023-12-05T09:10:13.996" v="61" actId="26606"/>
          <ac:spMkLst>
            <pc:docMk/>
            <pc:sldMk cId="2478042950" sldId="260"/>
            <ac:spMk id="50" creationId="{F98810A7-E114-447A-A7D6-69B27CFB5650}"/>
          </ac:spMkLst>
        </pc:spChg>
        <pc:spChg chg="del">
          <ac:chgData name="Zyad Smaki" userId="66c279856e7d1fbf" providerId="LiveId" clId="{8FE0EB61-65C4-48C7-9848-6BD8991B8CBD}" dt="2023-12-04T20:22:40.717" v="25" actId="26606"/>
          <ac:spMkLst>
            <pc:docMk/>
            <pc:sldMk cId="2478042950" sldId="260"/>
            <ac:spMk id="60" creationId="{4AC0CD9D-7610-4620-93B4-798CCD9AB581}"/>
          </ac:spMkLst>
        </pc:spChg>
        <pc:spChg chg="del">
          <ac:chgData name="Zyad Smaki" userId="66c279856e7d1fbf" providerId="LiveId" clId="{8FE0EB61-65C4-48C7-9848-6BD8991B8CBD}" dt="2023-12-04T20:22:40.717" v="25" actId="26606"/>
          <ac:spMkLst>
            <pc:docMk/>
            <pc:sldMk cId="2478042950" sldId="260"/>
            <ac:spMk id="66" creationId="{DE4D62F9-188E-4530-84C2-24BDEE4BEB82}"/>
          </ac:spMkLst>
        </pc:spChg>
        <pc:spChg chg="del">
          <ac:chgData name="Zyad Smaki" userId="66c279856e7d1fbf" providerId="LiveId" clId="{8FE0EB61-65C4-48C7-9848-6BD8991B8CBD}" dt="2023-12-04T20:22:40.717" v="25" actId="26606"/>
          <ac:spMkLst>
            <pc:docMk/>
            <pc:sldMk cId="2478042950" sldId="260"/>
            <ac:spMk id="68" creationId="{757B325C-3E35-45CF-9D07-3BCB281F3B9C}"/>
          </ac:spMkLst>
        </pc:spChg>
        <pc:spChg chg="del">
          <ac:chgData name="Zyad Smaki" userId="66c279856e7d1fbf" providerId="LiveId" clId="{8FE0EB61-65C4-48C7-9848-6BD8991B8CBD}" dt="2023-12-04T20:22:40.717" v="25" actId="26606"/>
          <ac:spMkLst>
            <pc:docMk/>
            <pc:sldMk cId="2478042950" sldId="260"/>
            <ac:spMk id="70" creationId="{C24BEC42-AFF3-40D1-93A2-A27A42E1E23C}"/>
          </ac:spMkLst>
        </pc:spChg>
        <pc:spChg chg="del">
          <ac:chgData name="Zyad Smaki" userId="66c279856e7d1fbf" providerId="LiveId" clId="{8FE0EB61-65C4-48C7-9848-6BD8991B8CBD}" dt="2023-12-04T20:22:40.717" v="25" actId="26606"/>
          <ac:spMkLst>
            <pc:docMk/>
            <pc:sldMk cId="2478042950" sldId="260"/>
            <ac:spMk id="72" creationId="{608F427C-1EC9-4280-9367-F2B3AA063E82}"/>
          </ac:spMkLst>
        </pc:spChg>
        <pc:spChg chg="del">
          <ac:chgData name="Zyad Smaki" userId="66c279856e7d1fbf" providerId="LiveId" clId="{8FE0EB61-65C4-48C7-9848-6BD8991B8CBD}" dt="2023-12-04T20:22:40.717" v="25" actId="26606"/>
          <ac:spMkLst>
            <pc:docMk/>
            <pc:sldMk cId="2478042950" sldId="260"/>
            <ac:spMk id="74" creationId="{F98810A7-E114-447A-A7D6-69B27CFB5650}"/>
          </ac:spMkLst>
        </pc:spChg>
        <pc:spChg chg="add del">
          <ac:chgData name="Zyad Smaki" userId="66c279856e7d1fbf" providerId="LiveId" clId="{8FE0EB61-65C4-48C7-9848-6BD8991B8CBD}" dt="2023-12-04T20:52:05.885" v="36"/>
          <ac:spMkLst>
            <pc:docMk/>
            <pc:sldMk cId="2478042950" sldId="260"/>
            <ac:spMk id="83" creationId="{4AC0CD9D-7610-4620-93B4-798CCD9AB581}"/>
          </ac:spMkLst>
        </pc:spChg>
        <pc:spChg chg="add del">
          <ac:chgData name="Zyad Smaki" userId="66c279856e7d1fbf" providerId="LiveId" clId="{8FE0EB61-65C4-48C7-9848-6BD8991B8CBD}" dt="2023-12-04T20:52:05.885" v="36"/>
          <ac:spMkLst>
            <pc:docMk/>
            <pc:sldMk cId="2478042950" sldId="260"/>
            <ac:spMk id="89" creationId="{DE4D62F9-188E-4530-84C2-24BDEE4BEB82}"/>
          </ac:spMkLst>
        </pc:spChg>
        <pc:spChg chg="add del">
          <ac:chgData name="Zyad Smaki" userId="66c279856e7d1fbf" providerId="LiveId" clId="{8FE0EB61-65C4-48C7-9848-6BD8991B8CBD}" dt="2023-12-04T20:52:05.885" v="36"/>
          <ac:spMkLst>
            <pc:docMk/>
            <pc:sldMk cId="2478042950" sldId="260"/>
            <ac:spMk id="91" creationId="{757B325C-3E35-45CF-9D07-3BCB281F3B9C}"/>
          </ac:spMkLst>
        </pc:spChg>
        <pc:spChg chg="add del">
          <ac:chgData name="Zyad Smaki" userId="66c279856e7d1fbf" providerId="LiveId" clId="{8FE0EB61-65C4-48C7-9848-6BD8991B8CBD}" dt="2023-12-04T20:52:05.885" v="36"/>
          <ac:spMkLst>
            <pc:docMk/>
            <pc:sldMk cId="2478042950" sldId="260"/>
            <ac:spMk id="93" creationId="{C24BEC42-AFF3-40D1-93A2-A27A42E1E23C}"/>
          </ac:spMkLst>
        </pc:spChg>
        <pc:spChg chg="add del">
          <ac:chgData name="Zyad Smaki" userId="66c279856e7d1fbf" providerId="LiveId" clId="{8FE0EB61-65C4-48C7-9848-6BD8991B8CBD}" dt="2023-12-04T20:52:05.885" v="36"/>
          <ac:spMkLst>
            <pc:docMk/>
            <pc:sldMk cId="2478042950" sldId="260"/>
            <ac:spMk id="95" creationId="{608F427C-1EC9-4280-9367-F2B3AA063E82}"/>
          </ac:spMkLst>
        </pc:spChg>
        <pc:spChg chg="add del">
          <ac:chgData name="Zyad Smaki" userId="66c279856e7d1fbf" providerId="LiveId" clId="{8FE0EB61-65C4-48C7-9848-6BD8991B8CBD}" dt="2023-12-04T20:52:05.885" v="36"/>
          <ac:spMkLst>
            <pc:docMk/>
            <pc:sldMk cId="2478042950" sldId="260"/>
            <ac:spMk id="97" creationId="{F98810A7-E114-447A-A7D6-69B27CFB5650}"/>
          </ac:spMkLst>
        </pc:spChg>
        <pc:picChg chg="add del mod">
          <ac:chgData name="Zyad Smaki" userId="66c279856e7d1fbf" providerId="LiveId" clId="{8FE0EB61-65C4-48C7-9848-6BD8991B8CBD}" dt="2023-12-05T09:10:03.977" v="57" actId="478"/>
          <ac:picMkLst>
            <pc:docMk/>
            <pc:sldMk cId="2478042950" sldId="260"/>
            <ac:picMk id="4" creationId="{747D8BDA-3AE5-3E61-35C2-FE284C6F9832}"/>
          </ac:picMkLst>
        </pc:picChg>
        <pc:picChg chg="add mod">
          <ac:chgData name="Zyad Smaki" userId="66c279856e7d1fbf" providerId="LiveId" clId="{8FE0EB61-65C4-48C7-9848-6BD8991B8CBD}" dt="2023-12-05T09:10:13.996" v="61" actId="26606"/>
          <ac:picMkLst>
            <pc:docMk/>
            <pc:sldMk cId="2478042950" sldId="260"/>
            <ac:picMk id="5" creationId="{24A61267-0B54-D6B2-625E-CC3E43C14DDD}"/>
          </ac:picMkLst>
        </pc:picChg>
        <pc:picChg chg="add del">
          <ac:chgData name="Zyad Smaki" userId="66c279856e7d1fbf" providerId="LiveId" clId="{8FE0EB61-65C4-48C7-9848-6BD8991B8CBD}" dt="2023-12-05T09:10:13.996" v="61" actId="26606"/>
          <ac:picMkLst>
            <pc:docMk/>
            <pc:sldMk cId="2478042950" sldId="260"/>
            <ac:picMk id="6" creationId="{41B68C77-138E-4BF7-A276-BD0C78A4219F}"/>
          </ac:picMkLst>
        </pc:picChg>
        <pc:picChg chg="del">
          <ac:chgData name="Zyad Smaki" userId="66c279856e7d1fbf" providerId="LiveId" clId="{8FE0EB61-65C4-48C7-9848-6BD8991B8CBD}" dt="2023-12-04T20:22:21.723" v="21" actId="478"/>
          <ac:picMkLst>
            <pc:docMk/>
            <pc:sldMk cId="2478042950" sldId="260"/>
            <ac:picMk id="9" creationId="{AE445B2E-0682-5B33-C069-F1A6D9F7F91E}"/>
          </ac:picMkLst>
        </pc:picChg>
        <pc:picChg chg="add del">
          <ac:chgData name="Zyad Smaki" userId="66c279856e7d1fbf" providerId="LiveId" clId="{8FE0EB61-65C4-48C7-9848-6BD8991B8CBD}" dt="2023-12-05T09:10:13.996" v="61" actId="26606"/>
          <ac:picMkLst>
            <pc:docMk/>
            <pc:sldMk cId="2478042950" sldId="260"/>
            <ac:picMk id="11" creationId="{7C268552-D473-46ED-B1B8-422042C4DEF1}"/>
          </ac:picMkLst>
        </pc:picChg>
        <pc:picChg chg="add del">
          <ac:chgData name="Zyad Smaki" userId="66c279856e7d1fbf" providerId="LiveId" clId="{8FE0EB61-65C4-48C7-9848-6BD8991B8CBD}" dt="2023-12-05T09:10:13.996" v="61" actId="26606"/>
          <ac:picMkLst>
            <pc:docMk/>
            <pc:sldMk cId="2478042950" sldId="260"/>
            <ac:picMk id="15" creationId="{B9238B3E-24AA-439A-B527-6C5DF6D72145}"/>
          </ac:picMkLst>
        </pc:picChg>
        <pc:picChg chg="add del">
          <ac:chgData name="Zyad Smaki" userId="66c279856e7d1fbf" providerId="LiveId" clId="{8FE0EB61-65C4-48C7-9848-6BD8991B8CBD}" dt="2023-12-05T09:10:13.996" v="61" actId="26606"/>
          <ac:picMkLst>
            <pc:docMk/>
            <pc:sldMk cId="2478042950" sldId="260"/>
            <ac:picMk id="17" creationId="{69F01145-BEA3-4CBF-AA21-10077B948CA8}"/>
          </ac:picMkLst>
        </pc:picChg>
        <pc:picChg chg="add">
          <ac:chgData name="Zyad Smaki" userId="66c279856e7d1fbf" providerId="LiveId" clId="{8FE0EB61-65C4-48C7-9848-6BD8991B8CBD}" dt="2023-12-05T09:10:13.996" v="61" actId="26606"/>
          <ac:picMkLst>
            <pc:docMk/>
            <pc:sldMk cId="2478042950" sldId="260"/>
            <ac:picMk id="32" creationId="{41B68C77-138E-4BF7-A276-BD0C78A4219F}"/>
          </ac:picMkLst>
        </pc:picChg>
        <pc:picChg chg="add">
          <ac:chgData name="Zyad Smaki" userId="66c279856e7d1fbf" providerId="LiveId" clId="{8FE0EB61-65C4-48C7-9848-6BD8991B8CBD}" dt="2023-12-05T09:10:13.996" v="61" actId="26606"/>
          <ac:picMkLst>
            <pc:docMk/>
            <pc:sldMk cId="2478042950" sldId="260"/>
            <ac:picMk id="34" creationId="{7C268552-D473-46ED-B1B8-422042C4DEF1}"/>
          </ac:picMkLst>
        </pc:picChg>
        <pc:picChg chg="add">
          <ac:chgData name="Zyad Smaki" userId="66c279856e7d1fbf" providerId="LiveId" clId="{8FE0EB61-65C4-48C7-9848-6BD8991B8CBD}" dt="2023-12-05T09:10:13.996" v="61" actId="26606"/>
          <ac:picMkLst>
            <pc:docMk/>
            <pc:sldMk cId="2478042950" sldId="260"/>
            <ac:picMk id="38" creationId="{B9238B3E-24AA-439A-B527-6C5DF6D72145}"/>
          </ac:picMkLst>
        </pc:picChg>
        <pc:picChg chg="add">
          <ac:chgData name="Zyad Smaki" userId="66c279856e7d1fbf" providerId="LiveId" clId="{8FE0EB61-65C4-48C7-9848-6BD8991B8CBD}" dt="2023-12-05T09:10:13.996" v="61" actId="26606"/>
          <ac:picMkLst>
            <pc:docMk/>
            <pc:sldMk cId="2478042950" sldId="260"/>
            <ac:picMk id="40" creationId="{69F01145-BEA3-4CBF-AA21-10077B948CA8}"/>
          </ac:picMkLst>
        </pc:picChg>
        <pc:picChg chg="del">
          <ac:chgData name="Zyad Smaki" userId="66c279856e7d1fbf" providerId="LiveId" clId="{8FE0EB61-65C4-48C7-9848-6BD8991B8CBD}" dt="2023-12-04T20:22:40.717" v="25" actId="26606"/>
          <ac:picMkLst>
            <pc:docMk/>
            <pc:sldMk cId="2478042950" sldId="260"/>
            <ac:picMk id="56" creationId="{41B68C77-138E-4BF7-A276-BD0C78A4219F}"/>
          </ac:picMkLst>
        </pc:picChg>
        <pc:picChg chg="del">
          <ac:chgData name="Zyad Smaki" userId="66c279856e7d1fbf" providerId="LiveId" clId="{8FE0EB61-65C4-48C7-9848-6BD8991B8CBD}" dt="2023-12-04T20:22:40.717" v="25" actId="26606"/>
          <ac:picMkLst>
            <pc:docMk/>
            <pc:sldMk cId="2478042950" sldId="260"/>
            <ac:picMk id="58" creationId="{7C268552-D473-46ED-B1B8-422042C4DEF1}"/>
          </ac:picMkLst>
        </pc:picChg>
        <pc:picChg chg="del">
          <ac:chgData name="Zyad Smaki" userId="66c279856e7d1fbf" providerId="LiveId" clId="{8FE0EB61-65C4-48C7-9848-6BD8991B8CBD}" dt="2023-12-04T20:22:40.717" v="25" actId="26606"/>
          <ac:picMkLst>
            <pc:docMk/>
            <pc:sldMk cId="2478042950" sldId="260"/>
            <ac:picMk id="62" creationId="{B9238B3E-24AA-439A-B527-6C5DF6D72145}"/>
          </ac:picMkLst>
        </pc:picChg>
        <pc:picChg chg="del">
          <ac:chgData name="Zyad Smaki" userId="66c279856e7d1fbf" providerId="LiveId" clId="{8FE0EB61-65C4-48C7-9848-6BD8991B8CBD}" dt="2023-12-04T20:22:40.717" v="25" actId="26606"/>
          <ac:picMkLst>
            <pc:docMk/>
            <pc:sldMk cId="2478042950" sldId="260"/>
            <ac:picMk id="64" creationId="{69F01145-BEA3-4CBF-AA21-10077B948CA8}"/>
          </ac:picMkLst>
        </pc:picChg>
        <pc:picChg chg="add del">
          <ac:chgData name="Zyad Smaki" userId="66c279856e7d1fbf" providerId="LiveId" clId="{8FE0EB61-65C4-48C7-9848-6BD8991B8CBD}" dt="2023-12-04T20:52:05.885" v="36"/>
          <ac:picMkLst>
            <pc:docMk/>
            <pc:sldMk cId="2478042950" sldId="260"/>
            <ac:picMk id="79" creationId="{41B68C77-138E-4BF7-A276-BD0C78A4219F}"/>
          </ac:picMkLst>
        </pc:picChg>
        <pc:picChg chg="add del">
          <ac:chgData name="Zyad Smaki" userId="66c279856e7d1fbf" providerId="LiveId" clId="{8FE0EB61-65C4-48C7-9848-6BD8991B8CBD}" dt="2023-12-04T20:52:05.885" v="36"/>
          <ac:picMkLst>
            <pc:docMk/>
            <pc:sldMk cId="2478042950" sldId="260"/>
            <ac:picMk id="81" creationId="{7C268552-D473-46ED-B1B8-422042C4DEF1}"/>
          </ac:picMkLst>
        </pc:picChg>
        <pc:picChg chg="add del">
          <ac:chgData name="Zyad Smaki" userId="66c279856e7d1fbf" providerId="LiveId" clId="{8FE0EB61-65C4-48C7-9848-6BD8991B8CBD}" dt="2023-12-04T20:52:05.885" v="36"/>
          <ac:picMkLst>
            <pc:docMk/>
            <pc:sldMk cId="2478042950" sldId="260"/>
            <ac:picMk id="85" creationId="{B9238B3E-24AA-439A-B527-6C5DF6D72145}"/>
          </ac:picMkLst>
        </pc:picChg>
        <pc:picChg chg="add del">
          <ac:chgData name="Zyad Smaki" userId="66c279856e7d1fbf" providerId="LiveId" clId="{8FE0EB61-65C4-48C7-9848-6BD8991B8CBD}" dt="2023-12-04T20:52:05.885" v="36"/>
          <ac:picMkLst>
            <pc:docMk/>
            <pc:sldMk cId="2478042950" sldId="260"/>
            <ac:picMk id="87" creationId="{69F01145-BEA3-4CBF-AA21-10077B948CA8}"/>
          </ac:picMkLst>
        </pc:picChg>
      </pc:sldChg>
      <pc:sldChg chg="addSp delSp modSp new mod ord setBg setClrOvrMap">
        <pc:chgData name="Zyad Smaki" userId="66c279856e7d1fbf" providerId="LiveId" clId="{8FE0EB61-65C4-48C7-9848-6BD8991B8CBD}" dt="2023-12-05T10:25:26.568" v="159" actId="20577"/>
        <pc:sldMkLst>
          <pc:docMk/>
          <pc:sldMk cId="2828599216" sldId="261"/>
        </pc:sldMkLst>
        <pc:spChg chg="mod">
          <ac:chgData name="Zyad Smaki" userId="66c279856e7d1fbf" providerId="LiveId" clId="{8FE0EB61-65C4-48C7-9848-6BD8991B8CBD}" dt="2023-12-05T10:04:41.436" v="136" actId="1076"/>
          <ac:spMkLst>
            <pc:docMk/>
            <pc:sldMk cId="2828599216" sldId="261"/>
            <ac:spMk id="2" creationId="{378CB6AF-F0E4-CF3B-85EB-2C0CFF874F71}"/>
          </ac:spMkLst>
        </pc:spChg>
        <pc:spChg chg="del">
          <ac:chgData name="Zyad Smaki" userId="66c279856e7d1fbf" providerId="LiveId" clId="{8FE0EB61-65C4-48C7-9848-6BD8991B8CBD}" dt="2023-12-05T10:03:28.322" v="109" actId="478"/>
          <ac:spMkLst>
            <pc:docMk/>
            <pc:sldMk cId="2828599216" sldId="261"/>
            <ac:spMk id="3" creationId="{E69B3E1D-766C-FD0A-C503-F77FEA0AA56B}"/>
          </ac:spMkLst>
        </pc:spChg>
        <pc:spChg chg="add del mod">
          <ac:chgData name="Zyad Smaki" userId="66c279856e7d1fbf" providerId="LiveId" clId="{8FE0EB61-65C4-48C7-9848-6BD8991B8CBD}" dt="2023-12-05T10:03:53.050" v="115"/>
          <ac:spMkLst>
            <pc:docMk/>
            <pc:sldMk cId="2828599216" sldId="261"/>
            <ac:spMk id="4" creationId="{2CFCF482-CDD8-BF57-F528-1E3A69347434}"/>
          </ac:spMkLst>
        </pc:spChg>
        <pc:spChg chg="add mod">
          <ac:chgData name="Zyad Smaki" userId="66c279856e7d1fbf" providerId="LiveId" clId="{8FE0EB61-65C4-48C7-9848-6BD8991B8CBD}" dt="2023-12-05T10:04:37.688" v="135" actId="1076"/>
          <ac:spMkLst>
            <pc:docMk/>
            <pc:sldMk cId="2828599216" sldId="261"/>
            <ac:spMk id="5" creationId="{6C83C28F-2E18-A2BF-D422-A858FD2DCC5D}"/>
          </ac:spMkLst>
        </pc:spChg>
        <pc:spChg chg="add mod">
          <ac:chgData name="Zyad Smaki" userId="66c279856e7d1fbf" providerId="LiveId" clId="{8FE0EB61-65C4-48C7-9848-6BD8991B8CBD}" dt="2023-12-05T10:25:26.568" v="159" actId="20577"/>
          <ac:spMkLst>
            <pc:docMk/>
            <pc:sldMk cId="2828599216" sldId="261"/>
            <ac:spMk id="7" creationId="{E00A2901-0C36-210B-1A7B-7C3694715E4D}"/>
          </ac:spMkLst>
        </pc:spChg>
        <pc:spChg chg="add">
          <ac:chgData name="Zyad Smaki" userId="66c279856e7d1fbf" providerId="LiveId" clId="{8FE0EB61-65C4-48C7-9848-6BD8991B8CBD}" dt="2023-12-05T10:03:39.557" v="111" actId="26606"/>
          <ac:spMkLst>
            <pc:docMk/>
            <pc:sldMk cId="2828599216" sldId="261"/>
            <ac:spMk id="1035" creationId="{4AC0CD9D-7610-4620-93B4-798CCD9AB581}"/>
          </ac:spMkLst>
        </pc:spChg>
        <pc:spChg chg="add">
          <ac:chgData name="Zyad Smaki" userId="66c279856e7d1fbf" providerId="LiveId" clId="{8FE0EB61-65C4-48C7-9848-6BD8991B8CBD}" dt="2023-12-05T10:03:39.557" v="111" actId="26606"/>
          <ac:spMkLst>
            <pc:docMk/>
            <pc:sldMk cId="2828599216" sldId="261"/>
            <ac:spMk id="1041" creationId="{DE4D62F9-188E-4530-84C2-24BDEE4BEB82}"/>
          </ac:spMkLst>
        </pc:spChg>
        <pc:spChg chg="add">
          <ac:chgData name="Zyad Smaki" userId="66c279856e7d1fbf" providerId="LiveId" clId="{8FE0EB61-65C4-48C7-9848-6BD8991B8CBD}" dt="2023-12-05T10:03:39.557" v="111" actId="26606"/>
          <ac:spMkLst>
            <pc:docMk/>
            <pc:sldMk cId="2828599216" sldId="261"/>
            <ac:spMk id="1043" creationId="{757B325C-3E35-45CF-9D07-3BCB281F3B9C}"/>
          </ac:spMkLst>
        </pc:spChg>
        <pc:spChg chg="add">
          <ac:chgData name="Zyad Smaki" userId="66c279856e7d1fbf" providerId="LiveId" clId="{8FE0EB61-65C4-48C7-9848-6BD8991B8CBD}" dt="2023-12-05T10:03:39.557" v="111" actId="26606"/>
          <ac:spMkLst>
            <pc:docMk/>
            <pc:sldMk cId="2828599216" sldId="261"/>
            <ac:spMk id="1045" creationId="{C24BEC42-AFF3-40D1-93A2-A27A42E1E23C}"/>
          </ac:spMkLst>
        </pc:spChg>
        <pc:spChg chg="add">
          <ac:chgData name="Zyad Smaki" userId="66c279856e7d1fbf" providerId="LiveId" clId="{8FE0EB61-65C4-48C7-9848-6BD8991B8CBD}" dt="2023-12-05T10:03:39.557" v="111" actId="26606"/>
          <ac:spMkLst>
            <pc:docMk/>
            <pc:sldMk cId="2828599216" sldId="261"/>
            <ac:spMk id="1047" creationId="{608F427C-1EC9-4280-9367-F2B3AA063E82}"/>
          </ac:spMkLst>
        </pc:spChg>
        <pc:spChg chg="add">
          <ac:chgData name="Zyad Smaki" userId="66c279856e7d1fbf" providerId="LiveId" clId="{8FE0EB61-65C4-48C7-9848-6BD8991B8CBD}" dt="2023-12-05T10:03:39.557" v="111" actId="26606"/>
          <ac:spMkLst>
            <pc:docMk/>
            <pc:sldMk cId="2828599216" sldId="261"/>
            <ac:spMk id="1049" creationId="{F98810A7-E114-447A-A7D6-69B27CFB5650}"/>
          </ac:spMkLst>
        </pc:spChg>
        <pc:picChg chg="add mod">
          <ac:chgData name="Zyad Smaki" userId="66c279856e7d1fbf" providerId="LiveId" clId="{8FE0EB61-65C4-48C7-9848-6BD8991B8CBD}" dt="2023-12-05T10:05:27.491" v="142" actId="14100"/>
          <ac:picMkLst>
            <pc:docMk/>
            <pc:sldMk cId="2828599216" sldId="261"/>
            <ac:picMk id="1026" creationId="{8AF5D0FC-B4F7-BA6B-2FB2-26C596DE2243}"/>
          </ac:picMkLst>
        </pc:picChg>
        <pc:picChg chg="add">
          <ac:chgData name="Zyad Smaki" userId="66c279856e7d1fbf" providerId="LiveId" clId="{8FE0EB61-65C4-48C7-9848-6BD8991B8CBD}" dt="2023-12-05T10:03:39.557" v="111" actId="26606"/>
          <ac:picMkLst>
            <pc:docMk/>
            <pc:sldMk cId="2828599216" sldId="261"/>
            <ac:picMk id="1031" creationId="{41B68C77-138E-4BF7-A276-BD0C78A4219F}"/>
          </ac:picMkLst>
        </pc:picChg>
        <pc:picChg chg="add">
          <ac:chgData name="Zyad Smaki" userId="66c279856e7d1fbf" providerId="LiveId" clId="{8FE0EB61-65C4-48C7-9848-6BD8991B8CBD}" dt="2023-12-05T10:03:39.557" v="111" actId="26606"/>
          <ac:picMkLst>
            <pc:docMk/>
            <pc:sldMk cId="2828599216" sldId="261"/>
            <ac:picMk id="1033" creationId="{7C268552-D473-46ED-B1B8-422042C4DEF1}"/>
          </ac:picMkLst>
        </pc:picChg>
        <pc:picChg chg="add">
          <ac:chgData name="Zyad Smaki" userId="66c279856e7d1fbf" providerId="LiveId" clId="{8FE0EB61-65C4-48C7-9848-6BD8991B8CBD}" dt="2023-12-05T10:03:39.557" v="111" actId="26606"/>
          <ac:picMkLst>
            <pc:docMk/>
            <pc:sldMk cId="2828599216" sldId="261"/>
            <ac:picMk id="1037" creationId="{B9238B3E-24AA-439A-B527-6C5DF6D72145}"/>
          </ac:picMkLst>
        </pc:picChg>
        <pc:picChg chg="add">
          <ac:chgData name="Zyad Smaki" userId="66c279856e7d1fbf" providerId="LiveId" clId="{8FE0EB61-65C4-48C7-9848-6BD8991B8CBD}" dt="2023-12-05T10:03:39.557" v="111" actId="26606"/>
          <ac:picMkLst>
            <pc:docMk/>
            <pc:sldMk cId="2828599216" sldId="261"/>
            <ac:picMk id="1039" creationId="{69F01145-BEA3-4CBF-AA21-10077B948CA8}"/>
          </ac:picMkLst>
        </pc:picChg>
      </pc:sldChg>
      <pc:sldChg chg="delSp modSp new mod">
        <pc:chgData name="Zyad Smaki" userId="66c279856e7d1fbf" providerId="LiveId" clId="{8FE0EB61-65C4-48C7-9848-6BD8991B8CBD}" dt="2023-12-05T10:21:52.686" v="158" actId="478"/>
        <pc:sldMkLst>
          <pc:docMk/>
          <pc:sldMk cId="592888899" sldId="262"/>
        </pc:sldMkLst>
        <pc:spChg chg="mod">
          <ac:chgData name="Zyad Smaki" userId="66c279856e7d1fbf" providerId="LiveId" clId="{8FE0EB61-65C4-48C7-9848-6BD8991B8CBD}" dt="2023-12-05T10:21:45.892" v="156" actId="20577"/>
          <ac:spMkLst>
            <pc:docMk/>
            <pc:sldMk cId="592888899" sldId="262"/>
            <ac:spMk id="2" creationId="{2E3712D7-7206-E044-BD2F-7B7E5E8E43F4}"/>
          </ac:spMkLst>
        </pc:spChg>
        <pc:spChg chg="del mod">
          <ac:chgData name="Zyad Smaki" userId="66c279856e7d1fbf" providerId="LiveId" clId="{8FE0EB61-65C4-48C7-9848-6BD8991B8CBD}" dt="2023-12-05T10:21:52.686" v="158" actId="478"/>
          <ac:spMkLst>
            <pc:docMk/>
            <pc:sldMk cId="592888899" sldId="262"/>
            <ac:spMk id="3" creationId="{83134D89-426C-5C03-F1B6-6FC7A09F308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DCC4-3ED2-4EC1-8066-A0378255AE8A}" type="datetimeFigureOut">
              <a:rPr lang="fr-FR" smtClean="0"/>
              <a:t>10/12/2023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61B3-8842-4E27-93BB-1412742C33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8537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DCC4-3ED2-4EC1-8066-A0378255AE8A}" type="datetimeFigureOut">
              <a:rPr lang="fr-FR" smtClean="0"/>
              <a:t>10/12/2023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61B3-8842-4E27-93BB-1412742C33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81791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DCC4-3ED2-4EC1-8066-A0378255AE8A}" type="datetimeFigureOut">
              <a:rPr lang="fr-FR" smtClean="0"/>
              <a:t>10/12/2023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61B3-8842-4E27-93BB-1412742C33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158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DCC4-3ED2-4EC1-8066-A0378255AE8A}" type="datetimeFigureOut">
              <a:rPr lang="fr-FR" smtClean="0"/>
              <a:t>10/12/2023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61B3-8842-4E27-93BB-1412742C33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32917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DCC4-3ED2-4EC1-8066-A0378255AE8A}" type="datetimeFigureOut">
              <a:rPr lang="fr-FR" smtClean="0"/>
              <a:t>10/12/2023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61B3-8842-4E27-93BB-1412742C33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022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DCC4-3ED2-4EC1-8066-A0378255AE8A}" type="datetimeFigureOut">
              <a:rPr lang="fr-FR" smtClean="0"/>
              <a:t>10/12/2023</a:t>
            </a:fld>
            <a:endParaRPr lang="fr-F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61B3-8842-4E27-93BB-1412742C33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0675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DCC4-3ED2-4EC1-8066-A0378255AE8A}" type="datetimeFigureOut">
              <a:rPr lang="fr-FR" smtClean="0"/>
              <a:t>10/12/2023</a:t>
            </a:fld>
            <a:endParaRPr lang="fr-F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61B3-8842-4E27-93BB-1412742C33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9548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DCC4-3ED2-4EC1-8066-A0378255AE8A}" type="datetimeFigureOut">
              <a:rPr lang="fr-FR" smtClean="0"/>
              <a:t>10/12/2023</a:t>
            </a:fld>
            <a:endParaRPr lang="fr-F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61B3-8842-4E27-93BB-1412742C33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500686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DCC4-3ED2-4EC1-8066-A0378255AE8A}" type="datetimeFigureOut">
              <a:rPr lang="fr-FR" smtClean="0"/>
              <a:t>10/12/2023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61B3-8842-4E27-93BB-1412742C33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5815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DCC4-3ED2-4EC1-8066-A0378255AE8A}" type="datetimeFigureOut">
              <a:rPr lang="fr-FR" smtClean="0"/>
              <a:t>10/12/2023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61B3-8842-4E27-93BB-1412742C33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4388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DCC4-3ED2-4EC1-8066-A0378255AE8A}" type="datetimeFigureOut">
              <a:rPr lang="fr-FR" smtClean="0"/>
              <a:t>10/12/2023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61B3-8842-4E27-93BB-1412742C33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73818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DCC4-3ED2-4EC1-8066-A0378255AE8A}" type="datetimeFigureOut">
              <a:rPr lang="fr-FR" smtClean="0"/>
              <a:t>10/12/2023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61B3-8842-4E27-93BB-1412742C3381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611434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DCC4-3ED2-4EC1-8066-A0378255AE8A}" type="datetimeFigureOut">
              <a:rPr lang="fr-FR" smtClean="0"/>
              <a:t>10/12/2023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61B3-8842-4E27-93BB-1412742C33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70746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DCC4-3ED2-4EC1-8066-A0378255AE8A}" type="datetimeFigureOut">
              <a:rPr lang="fr-FR" smtClean="0"/>
              <a:t>10/12/2023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61B3-8842-4E27-93BB-1412742C33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630794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DCC4-3ED2-4EC1-8066-A0378255AE8A}" type="datetimeFigureOut">
              <a:rPr lang="fr-FR" smtClean="0"/>
              <a:t>10/12/2023</a:t>
            </a:fld>
            <a:endParaRPr lang="fr-F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61B3-8842-4E27-93BB-1412742C33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8258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DCC4-3ED2-4EC1-8066-A0378255AE8A}" type="datetimeFigureOut">
              <a:rPr lang="fr-FR" smtClean="0"/>
              <a:t>10/12/2023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61B3-8842-4E27-93BB-1412742C33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79348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1DCC4-3ED2-4EC1-8066-A0378255AE8A}" type="datetimeFigureOut">
              <a:rPr lang="fr-FR" smtClean="0"/>
              <a:t>10/12/2023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061B3-8842-4E27-93BB-1412742C33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8002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C11DCC4-3ED2-4EC1-8066-A0378255AE8A}" type="datetimeFigureOut">
              <a:rPr lang="fr-FR" smtClean="0"/>
              <a:t>10/12/2023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5061B3-8842-4E27-93BB-1412742C338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00582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1" name="Picture 1030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33" name="Picture 1032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035" name="Oval 1034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1037" name="Picture 1036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39" name="Picture 1038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041" name="Rectangle 1040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78CB6AF-F0E4-CF3B-85EB-2C0CFF874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8318" y="1496239"/>
            <a:ext cx="3352375" cy="3066507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i="0" kern="1200" dirty="0" err="1">
                <a:solidFill>
                  <a:srgbClr val="EBEBEB"/>
                </a:solidFill>
                <a:latin typeface="Abadi" panose="020B0604020104020204" pitchFamily="34" charset="0"/>
              </a:rPr>
              <a:t>Projet</a:t>
            </a:r>
            <a:r>
              <a:rPr lang="en-US" sz="4000" i="0" kern="1200" dirty="0">
                <a:solidFill>
                  <a:srgbClr val="EBEBEB"/>
                </a:solidFill>
                <a:latin typeface="Abadi" panose="020B0604020104020204" pitchFamily="34" charset="0"/>
              </a:rPr>
              <a:t> N°2: </a:t>
            </a:r>
            <a:r>
              <a:rPr lang="en-US" sz="4000" b="0" i="0" kern="1200" dirty="0" err="1">
                <a:solidFill>
                  <a:srgbClr val="EBEBEB"/>
                </a:solidFill>
                <a:latin typeface="Abadi" panose="020B0604020104020204" pitchFamily="34" charset="0"/>
              </a:rPr>
              <a:t>Faites</a:t>
            </a:r>
            <a:r>
              <a:rPr lang="en-US" sz="4000" b="0" i="0" kern="1200" dirty="0">
                <a:solidFill>
                  <a:srgbClr val="EBEBEB"/>
                </a:solidFill>
                <a:latin typeface="Abadi" panose="020B0604020104020204" pitchFamily="34" charset="0"/>
              </a:rPr>
              <a:t> </a:t>
            </a:r>
            <a:r>
              <a:rPr lang="en-US" sz="4000" b="0" i="0" kern="1200" dirty="0" err="1">
                <a:solidFill>
                  <a:srgbClr val="EBEBEB"/>
                </a:solidFill>
                <a:latin typeface="Abadi" panose="020B0604020104020204" pitchFamily="34" charset="0"/>
              </a:rPr>
              <a:t>une</a:t>
            </a:r>
            <a:r>
              <a:rPr lang="en-US" sz="4000" b="0" i="0" kern="1200" dirty="0">
                <a:solidFill>
                  <a:srgbClr val="EBEBEB"/>
                </a:solidFill>
                <a:latin typeface="Abadi" panose="020B0604020104020204" pitchFamily="34" charset="0"/>
              </a:rPr>
              <a:t> </a:t>
            </a:r>
            <a:r>
              <a:rPr lang="en-US" sz="4000" b="0" i="0" kern="1200" dirty="0" err="1">
                <a:solidFill>
                  <a:srgbClr val="EBEBEB"/>
                </a:solidFill>
                <a:latin typeface="Abadi" panose="020B0604020104020204" pitchFamily="34" charset="0"/>
              </a:rPr>
              <a:t>analyse</a:t>
            </a:r>
            <a:r>
              <a:rPr lang="en-US" sz="4000" b="0" i="0" kern="1200" dirty="0">
                <a:solidFill>
                  <a:srgbClr val="EBEBEB"/>
                </a:solidFill>
                <a:latin typeface="Abadi" panose="020B0604020104020204" pitchFamily="34" charset="0"/>
              </a:rPr>
              <a:t> de ventes pour un e-commerce</a:t>
            </a:r>
          </a:p>
        </p:txBody>
      </p:sp>
      <p:sp>
        <p:nvSpPr>
          <p:cNvPr id="1045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47" name="Freeform: Shape 1046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AF5D0FC-B4F7-BA6B-2FB2-26C596DE2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1904" y="3216639"/>
            <a:ext cx="6270662" cy="2263824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C83C28F-2E18-A2BF-D422-A858FD2DCC5D}"/>
              </a:ext>
            </a:extLst>
          </p:cNvPr>
          <p:cNvSpPr txBox="1"/>
          <p:nvPr/>
        </p:nvSpPr>
        <p:spPr>
          <a:xfrm>
            <a:off x="8071735" y="6199413"/>
            <a:ext cx="1458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  <a:latin typeface="Abadi" panose="020B0604020104020204" pitchFamily="34" charset="0"/>
              </a:rPr>
              <a:t>SMAKI Zyad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00A2901-0C36-210B-1A7B-7C3694715E4D}"/>
              </a:ext>
            </a:extLst>
          </p:cNvPr>
          <p:cNvSpPr txBox="1"/>
          <p:nvPr/>
        </p:nvSpPr>
        <p:spPr>
          <a:xfrm>
            <a:off x="368458" y="346788"/>
            <a:ext cx="6097554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dirty="0">
                <a:latin typeface="Abadi" panose="020B0604020104020204" pitchFamily="34" charset="0"/>
              </a:rPr>
              <a:t>Mission:</a:t>
            </a:r>
          </a:p>
          <a:p>
            <a:endParaRPr lang="fr-FR" sz="2000" dirty="0">
              <a:latin typeface="Abadi" panose="020B0604020104020204" pitchFamily="34" charset="0"/>
            </a:endParaRPr>
          </a:p>
          <a:p>
            <a:endParaRPr lang="fr-FR" sz="2000" dirty="0">
              <a:latin typeface="Abadi" panose="020B0604020104020204" pitchFamily="34" charset="0"/>
            </a:endParaRPr>
          </a:p>
          <a:p>
            <a:r>
              <a:rPr lang="fr-FR" sz="2000" dirty="0">
                <a:latin typeface="Abadi" panose="020B0604020104020204" pitchFamily="34" charset="0"/>
              </a:rPr>
              <a:t>Votre diplôme obtenu, cela fait maintenant 1 an que vous travaillez en tant que Data </a:t>
            </a:r>
            <a:r>
              <a:rPr lang="fr-FR" sz="2000" dirty="0" err="1">
                <a:latin typeface="Abadi" panose="020B0604020104020204" pitchFamily="34" charset="0"/>
              </a:rPr>
              <a:t>Analyst</a:t>
            </a:r>
            <a:r>
              <a:rPr lang="fr-FR" sz="2000" dirty="0">
                <a:latin typeface="Abadi" panose="020B0604020104020204" pitchFamily="34" charset="0"/>
              </a:rPr>
              <a:t> au service Marketing du Grand Marché, une entreprise de grande distribution dans plusieurs secteurs (nourriture, biens de consommation et high tech). Elle gère un entrepôt et livre à domicile les commandes effectuées par les clients sur son site Internet.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28599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Picture 31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44D5C07-B8F5-7EE5-3407-4D660EABF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3574" y="2483830"/>
            <a:ext cx="3352375" cy="1350607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z="4000" dirty="0">
                <a:solidFill>
                  <a:srgbClr val="EBEBEB"/>
                </a:solidFill>
                <a:latin typeface="Abadi" panose="020B0604020104020204" pitchFamily="34" charset="0"/>
              </a:rPr>
              <a:t>Evolution du CA et du </a:t>
            </a:r>
            <a:r>
              <a:rPr lang="en-US" sz="4000" dirty="0" err="1">
                <a:solidFill>
                  <a:srgbClr val="EBEBEB"/>
                </a:solidFill>
                <a:latin typeface="Abadi" panose="020B0604020104020204" pitchFamily="34" charset="0"/>
              </a:rPr>
              <a:t>nombre</a:t>
            </a:r>
            <a:r>
              <a:rPr lang="en-US" sz="4000" dirty="0">
                <a:solidFill>
                  <a:srgbClr val="EBEBEB"/>
                </a:solidFill>
                <a:latin typeface="Abadi" panose="020B0604020104020204" pitchFamily="34" charset="0"/>
              </a:rPr>
              <a:t> de ventes</a:t>
            </a:r>
            <a:endParaRPr lang="en-US" sz="4000" b="0" i="0" kern="1200" dirty="0">
              <a:solidFill>
                <a:srgbClr val="EBEBEB"/>
              </a:solidFill>
              <a:latin typeface="Abadi" panose="020B0604020104020204" pitchFamily="34" charset="0"/>
            </a:endParaRPr>
          </a:p>
        </p:txBody>
      </p:sp>
      <p:sp>
        <p:nvSpPr>
          <p:cNvPr id="46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8" name="Freeform: Shape 47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capture d’écran, ligne, Tracé&#10;&#10;Description générée automatiquement">
            <a:extLst>
              <a:ext uri="{FF2B5EF4-FFF2-40B4-BE49-F238E27FC236}">
                <a16:creationId xmlns:a16="http://schemas.microsoft.com/office/drawing/2014/main" id="{24A61267-0B54-D6B2-625E-CC3E43C14D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3961" y="879081"/>
            <a:ext cx="6270662" cy="4875439"/>
          </a:xfrm>
          <a:prstGeom prst="rect">
            <a:avLst/>
          </a:prstGeom>
          <a:ln>
            <a:solidFill>
              <a:srgbClr val="000000"/>
            </a:solidFill>
          </a:ln>
          <a:effectLst/>
        </p:spPr>
      </p:pic>
      <p:sp>
        <p:nvSpPr>
          <p:cNvPr id="11" name="Accolade ouvrante 10">
            <a:extLst>
              <a:ext uri="{FF2B5EF4-FFF2-40B4-BE49-F238E27FC236}">
                <a16:creationId xmlns:a16="http://schemas.microsoft.com/office/drawing/2014/main" id="{73C3DC94-1F48-8794-3966-015B85936AC0}"/>
              </a:ext>
            </a:extLst>
          </p:cNvPr>
          <p:cNvSpPr/>
          <p:nvPr/>
        </p:nvSpPr>
        <p:spPr>
          <a:xfrm rot="16200000">
            <a:off x="3142104" y="4987203"/>
            <a:ext cx="115450" cy="1076524"/>
          </a:xfrm>
          <a:prstGeom prst="lef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Parenthèses 34">
            <a:extLst>
              <a:ext uri="{FF2B5EF4-FFF2-40B4-BE49-F238E27FC236}">
                <a16:creationId xmlns:a16="http://schemas.microsoft.com/office/drawing/2014/main" id="{D09844D4-28DB-CA37-B346-923693E264FE}"/>
              </a:ext>
            </a:extLst>
          </p:cNvPr>
          <p:cNvSpPr/>
          <p:nvPr/>
        </p:nvSpPr>
        <p:spPr>
          <a:xfrm>
            <a:off x="5290456" y="1342053"/>
            <a:ext cx="668223" cy="668694"/>
          </a:xfrm>
          <a:prstGeom prst="bracket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780429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3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D67497C-3189-BEEB-030F-3499A30FF5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9954" y="1399591"/>
            <a:ext cx="3352375" cy="178914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4000" dirty="0">
                <a:solidFill>
                  <a:srgbClr val="EBEBEB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badi" panose="020B0604020104020204" pitchFamily="34" charset="0"/>
              </a:rPr>
              <a:t>Proportion du CA par catégorie </a:t>
            </a:r>
          </a:p>
        </p:txBody>
      </p:sp>
      <p:sp>
        <p:nvSpPr>
          <p:cNvPr id="39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Freeform: Shape 40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4" name="Image 3" descr="Une image contenant texte, capture d’écran, ligne, Caractère coloré&#10;&#10;Description générée automatiquement">
            <a:extLst>
              <a:ext uri="{FF2B5EF4-FFF2-40B4-BE49-F238E27FC236}">
                <a16:creationId xmlns:a16="http://schemas.microsoft.com/office/drawing/2014/main" id="{1EF72954-F405-B407-A595-2AD8626A26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54" y="991048"/>
            <a:ext cx="6270662" cy="4875439"/>
          </a:xfrm>
          <a:prstGeom prst="rect">
            <a:avLst/>
          </a:prstGeom>
          <a:effectLst/>
        </p:spPr>
      </p:pic>
      <p:sp>
        <p:nvSpPr>
          <p:cNvPr id="5" name="Accolade ouvrante 4">
            <a:extLst>
              <a:ext uri="{FF2B5EF4-FFF2-40B4-BE49-F238E27FC236}">
                <a16:creationId xmlns:a16="http://schemas.microsoft.com/office/drawing/2014/main" id="{F48BC182-3209-9065-AF57-5080E6580E8F}"/>
              </a:ext>
            </a:extLst>
          </p:cNvPr>
          <p:cNvSpPr/>
          <p:nvPr/>
        </p:nvSpPr>
        <p:spPr>
          <a:xfrm rot="16200000">
            <a:off x="3676549" y="4861252"/>
            <a:ext cx="205273" cy="1455576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2ABA5187-C5C7-97A7-5DA7-F72C8F5EC85B}"/>
              </a:ext>
            </a:extLst>
          </p:cNvPr>
          <p:cNvCxnSpPr/>
          <p:nvPr/>
        </p:nvCxnSpPr>
        <p:spPr>
          <a:xfrm>
            <a:off x="5952930" y="1143000"/>
            <a:ext cx="0" cy="50385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5965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F23667C3-CAE1-EE65-ED69-817F9F1AB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1237" y="1346354"/>
            <a:ext cx="3352375" cy="1323331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b="0" i="0" kern="1200" dirty="0">
                <a:solidFill>
                  <a:srgbClr val="EBEBEB"/>
                </a:solidFill>
                <a:latin typeface="Abadi" panose="020B0604020104020204" pitchFamily="34" charset="0"/>
              </a:rPr>
              <a:t>Temps passé sur le site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5" name="Image 4" descr="Une image contenant texte, diagramme, capture d’écran, Rectangle">
            <a:extLst>
              <a:ext uri="{FF2B5EF4-FFF2-40B4-BE49-F238E27FC236}">
                <a16:creationId xmlns:a16="http://schemas.microsoft.com/office/drawing/2014/main" id="{B1A3F903-3B91-3F28-43DF-E611AEB61E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54" y="991048"/>
            <a:ext cx="6270662" cy="4875439"/>
          </a:xfrm>
          <a:prstGeom prst="rect">
            <a:avLst/>
          </a:prstGeom>
          <a:effectLst/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998AD07A-5DC7-79B9-340D-B874D935B8A3}"/>
              </a:ext>
            </a:extLst>
          </p:cNvPr>
          <p:cNvSpPr txBox="1"/>
          <p:nvPr/>
        </p:nvSpPr>
        <p:spPr>
          <a:xfrm>
            <a:off x="6247566" y="4456922"/>
            <a:ext cx="4857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latin typeface="Abadi" panose="020B0604020104020204" pitchFamily="34" charset="0"/>
              </a:rPr>
              <a:t>Q1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673F38E3-8F3A-105A-E75B-393AB2128C86}"/>
              </a:ext>
            </a:extLst>
          </p:cNvPr>
          <p:cNvSpPr txBox="1"/>
          <p:nvPr/>
        </p:nvSpPr>
        <p:spPr>
          <a:xfrm>
            <a:off x="6247566" y="4082216"/>
            <a:ext cx="82508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latin typeface="Abadi" panose="020B0604020104020204" pitchFamily="34" charset="0"/>
              </a:rPr>
              <a:t>Médiane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44084CC-5D68-FA3D-C5B4-EC1C4D3A5B4F}"/>
              </a:ext>
            </a:extLst>
          </p:cNvPr>
          <p:cNvSpPr txBox="1"/>
          <p:nvPr/>
        </p:nvSpPr>
        <p:spPr>
          <a:xfrm>
            <a:off x="6247190" y="3558722"/>
            <a:ext cx="52872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dirty="0">
                <a:latin typeface="Abadi" panose="020B0604020104020204" pitchFamily="34" charset="0"/>
              </a:rPr>
              <a:t>Q3</a:t>
            </a:r>
          </a:p>
        </p:txBody>
      </p:sp>
      <p:sp>
        <p:nvSpPr>
          <p:cNvPr id="8" name="Accolade ouvrante 7">
            <a:extLst>
              <a:ext uri="{FF2B5EF4-FFF2-40B4-BE49-F238E27FC236}">
                <a16:creationId xmlns:a16="http://schemas.microsoft.com/office/drawing/2014/main" id="{0FE63490-CC3A-5A54-0AE7-8B6DB9189B2C}"/>
              </a:ext>
            </a:extLst>
          </p:cNvPr>
          <p:cNvSpPr/>
          <p:nvPr/>
        </p:nvSpPr>
        <p:spPr>
          <a:xfrm rot="16200000">
            <a:off x="3536153" y="5299787"/>
            <a:ext cx="149289" cy="492054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80520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11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13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1" name="Oval 15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13" name="Picture 17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5" name="Picture 19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FE02C81-3FA7-7B0C-8B86-EF543C483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71237" y="1382590"/>
            <a:ext cx="3352375" cy="1258960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4000" b="0" i="0" kern="1200" dirty="0" err="1">
                <a:solidFill>
                  <a:srgbClr val="EBEBEB"/>
                </a:solidFill>
                <a:latin typeface="Abadi" panose="020B0604020104020204" pitchFamily="34" charset="0"/>
              </a:rPr>
              <a:t>Montant</a:t>
            </a:r>
            <a:r>
              <a:rPr lang="en-US" sz="4000" b="0" i="0" kern="1200" dirty="0">
                <a:solidFill>
                  <a:srgbClr val="EBEBEB"/>
                </a:solidFill>
                <a:latin typeface="Abadi" panose="020B0604020104020204" pitchFamily="34" charset="0"/>
              </a:rPr>
              <a:t> du panier</a:t>
            </a:r>
          </a:p>
        </p:txBody>
      </p:sp>
      <p:sp>
        <p:nvSpPr>
          <p:cNvPr id="21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Freeform: Shape 27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7" name="Image 6" descr="Une image contenant capture d’écran, visualisation">
            <a:extLst>
              <a:ext uri="{FF2B5EF4-FFF2-40B4-BE49-F238E27FC236}">
                <a16:creationId xmlns:a16="http://schemas.microsoft.com/office/drawing/2014/main" id="{BCBD6418-6FB0-8741-B203-A1520A2B60B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521" y="991048"/>
            <a:ext cx="6669877" cy="4875439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4782036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31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42" name="Rectangle 41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E70B09EF-C9AD-4748-CBD7-0AB3EA714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5424" y="1448976"/>
            <a:ext cx="3116193" cy="1220709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 dirty="0" err="1">
                <a:solidFill>
                  <a:srgbClr val="EBEBEB"/>
                </a:solidFill>
                <a:latin typeface="Abadi" panose="020B0604020104020204" pitchFamily="34" charset="0"/>
              </a:rPr>
              <a:t>Taux</a:t>
            </a:r>
            <a:r>
              <a:rPr lang="en-US" sz="4000" dirty="0">
                <a:solidFill>
                  <a:srgbClr val="EBEBEB"/>
                </a:solidFill>
                <a:latin typeface="Abadi" panose="020B0604020104020204" pitchFamily="34" charset="0"/>
              </a:rPr>
              <a:t> de conversion</a:t>
            </a:r>
            <a:endParaRPr lang="en-US" sz="4000" b="0" i="0" kern="1200" dirty="0">
              <a:solidFill>
                <a:srgbClr val="EBEBEB"/>
              </a:solidFill>
              <a:latin typeface="Abadi" panose="020B0604020104020204" pitchFamily="34" charset="0"/>
            </a:endParaRPr>
          </a:p>
        </p:txBody>
      </p:sp>
      <p:sp>
        <p:nvSpPr>
          <p:cNvPr id="46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8" name="Freeform: Shape 47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4" name="Image 3" descr="Une image contenant ligne, Tracé, diagramme, capture d’écran">
            <a:extLst>
              <a:ext uri="{FF2B5EF4-FFF2-40B4-BE49-F238E27FC236}">
                <a16:creationId xmlns:a16="http://schemas.microsoft.com/office/drawing/2014/main" id="{493A1310-824F-5CB1-36EA-1FD5B5BB185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854" y="991048"/>
            <a:ext cx="6270662" cy="4875439"/>
          </a:xfrm>
          <a:prstGeom prst="rect">
            <a:avLst/>
          </a:prstGeom>
          <a:effectLst/>
        </p:spPr>
      </p:pic>
      <p:sp>
        <p:nvSpPr>
          <p:cNvPr id="3" name="Accolade ouvrante 2">
            <a:extLst>
              <a:ext uri="{FF2B5EF4-FFF2-40B4-BE49-F238E27FC236}">
                <a16:creationId xmlns:a16="http://schemas.microsoft.com/office/drawing/2014/main" id="{A1D020D1-1753-C2C2-720B-8213D53416D9}"/>
              </a:ext>
            </a:extLst>
          </p:cNvPr>
          <p:cNvSpPr/>
          <p:nvPr/>
        </p:nvSpPr>
        <p:spPr>
          <a:xfrm rot="16200000">
            <a:off x="3353102" y="5150499"/>
            <a:ext cx="45719" cy="755780"/>
          </a:xfrm>
          <a:prstGeom prst="leftBrac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06632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E3712D7-7206-E044-BD2F-7B7E5E8E4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9954" y="1439801"/>
            <a:ext cx="3135205" cy="83003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0" i="0" kern="1200" dirty="0">
                <a:solidFill>
                  <a:srgbClr val="EBEBEB"/>
                </a:solidFill>
                <a:latin typeface="Abadi" panose="020B0604020104020204" pitchFamily="34" charset="0"/>
              </a:rPr>
              <a:t>Conclusion</a:t>
            </a:r>
          </a:p>
        </p:txBody>
      </p:sp>
      <p:sp>
        <p:nvSpPr>
          <p:cNvPr id="22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9203184-CA66-DAF7-B137-CFF1C2636D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4696" y="3144006"/>
            <a:ext cx="6270662" cy="2336456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59F40D36-51F7-4C60-370F-074F421E088B}"/>
              </a:ext>
            </a:extLst>
          </p:cNvPr>
          <p:cNvSpPr txBox="1"/>
          <p:nvPr/>
        </p:nvSpPr>
        <p:spPr>
          <a:xfrm>
            <a:off x="266083" y="338039"/>
            <a:ext cx="643401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>
                <a:latin typeface="Abadi" panose="020B0604020104020204" pitchFamily="34" charset="0"/>
              </a:rPr>
              <a:t>Axes stratégiques:</a:t>
            </a:r>
          </a:p>
          <a:p>
            <a:endParaRPr lang="fr-FR" dirty="0">
              <a:latin typeface="Abadi" panose="020B0604020104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2B6043C-364B-FDBD-B1E0-8F51E385D1B6}"/>
              </a:ext>
            </a:extLst>
          </p:cNvPr>
          <p:cNvSpPr txBox="1"/>
          <p:nvPr/>
        </p:nvSpPr>
        <p:spPr>
          <a:xfrm>
            <a:off x="253596" y="966248"/>
            <a:ext cx="59632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Abadi" panose="020B0604020104020204" pitchFamily="34" charset="0"/>
              </a:rPr>
              <a:t>- Mis en place d’un Système d’Information Marketing (SIM) 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D97D3CE-3448-63C1-3FB5-4087CA910B76}"/>
              </a:ext>
            </a:extLst>
          </p:cNvPr>
          <p:cNvSpPr txBox="1"/>
          <p:nvPr/>
        </p:nvSpPr>
        <p:spPr>
          <a:xfrm>
            <a:off x="266083" y="1846936"/>
            <a:ext cx="595075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Abadi" panose="020B0604020104020204" pitchFamily="34" charset="0"/>
              </a:rPr>
              <a:t>- Amélioration de l'expérience client sur le site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F2F04D0-9DFA-B873-8334-14B2E6EC9A46}"/>
              </a:ext>
            </a:extLst>
          </p:cNvPr>
          <p:cNvSpPr txBox="1"/>
          <p:nvPr/>
        </p:nvSpPr>
        <p:spPr>
          <a:xfrm>
            <a:off x="266083" y="2532660"/>
            <a:ext cx="57958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dirty="0">
                <a:latin typeface="Abadi" panose="020B0604020104020204" pitchFamily="34" charset="0"/>
              </a:rPr>
              <a:t>- Renforcement de l’offre « bien de conso »</a:t>
            </a:r>
          </a:p>
        </p:txBody>
      </p:sp>
    </p:spTree>
    <p:extLst>
      <p:ext uri="{BB962C8B-B14F-4D97-AF65-F5344CB8AC3E}">
        <p14:creationId xmlns:p14="http://schemas.microsoft.com/office/powerpoint/2010/main" val="5928888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903</TotalTime>
  <Words>137</Words>
  <Application>Microsoft Office PowerPoint</Application>
  <PresentationFormat>Grand écran</PresentationFormat>
  <Paragraphs>19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2" baseType="lpstr">
      <vt:lpstr>Abadi</vt:lpstr>
      <vt:lpstr>Arial</vt:lpstr>
      <vt:lpstr>Century Gothic</vt:lpstr>
      <vt:lpstr>Wingdings 3</vt:lpstr>
      <vt:lpstr>Ion</vt:lpstr>
      <vt:lpstr>Projet N°2: Faites une analyse de ventes pour un e-commerce</vt:lpstr>
      <vt:lpstr>Evolution du CA et du nombre de ventes</vt:lpstr>
      <vt:lpstr>Proportion du CA par catégorie </vt:lpstr>
      <vt:lpstr>Temps passé sur le site</vt:lpstr>
      <vt:lpstr>Montant du panier</vt:lpstr>
      <vt:lpstr>Taux de conversion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PROPORTION VENTES PAR CATEGORIE DE PRODUIT</dc:title>
  <dc:creator>Zyad Smaki</dc:creator>
  <cp:lastModifiedBy>Zyad Smaki</cp:lastModifiedBy>
  <cp:revision>17</cp:revision>
  <dcterms:created xsi:type="dcterms:W3CDTF">2023-12-03T17:35:26Z</dcterms:created>
  <dcterms:modified xsi:type="dcterms:W3CDTF">2023-12-10T17:20:12Z</dcterms:modified>
</cp:coreProperties>
</file>