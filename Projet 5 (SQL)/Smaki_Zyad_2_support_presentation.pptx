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1" r:id="rId7"/>
    <p:sldId id="260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66" r:id="rId16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D5B41F-6A96-44CF-B209-30F204524E57}" v="170" dt="2024-07-15T15:00:04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yad Smaki" userId="66c279856e7d1fbf" providerId="LiveId" clId="{61D5B41F-6A96-44CF-B209-30F204524E57}"/>
    <pc:docChg chg="undo redo custSel addSld modSld">
      <pc:chgData name="Zyad Smaki" userId="66c279856e7d1fbf" providerId="LiveId" clId="{61D5B41F-6A96-44CF-B209-30F204524E57}" dt="2024-07-15T15:00:08.756" v="499" actId="478"/>
      <pc:docMkLst>
        <pc:docMk/>
      </pc:docMkLst>
      <pc:sldChg chg="addSp modSp mod">
        <pc:chgData name="Zyad Smaki" userId="66c279856e7d1fbf" providerId="LiveId" clId="{61D5B41F-6A96-44CF-B209-30F204524E57}" dt="2024-07-15T14:54:46.020" v="481" actId="1076"/>
        <pc:sldMkLst>
          <pc:docMk/>
          <pc:sldMk cId="0" sldId="258"/>
        </pc:sldMkLst>
        <pc:picChg chg="add mod">
          <ac:chgData name="Zyad Smaki" userId="66c279856e7d1fbf" providerId="LiveId" clId="{61D5B41F-6A96-44CF-B209-30F204524E57}" dt="2024-07-15T14:54:46.020" v="481" actId="1076"/>
          <ac:picMkLst>
            <pc:docMk/>
            <pc:sldMk cId="0" sldId="258"/>
            <ac:picMk id="3" creationId="{38CF3C7C-8EFA-F2AC-34D7-E159CB0849AA}"/>
          </ac:picMkLst>
        </pc:picChg>
      </pc:sldChg>
      <pc:sldChg chg="addSp delSp modSp mod modAnim">
        <pc:chgData name="Zyad Smaki" userId="66c279856e7d1fbf" providerId="LiveId" clId="{61D5B41F-6A96-44CF-B209-30F204524E57}" dt="2024-07-15T15:00:08.756" v="499" actId="478"/>
        <pc:sldMkLst>
          <pc:docMk/>
          <pc:sldMk cId="0" sldId="259"/>
        </pc:sldMkLst>
        <pc:spChg chg="mod">
          <ac:chgData name="Zyad Smaki" userId="66c279856e7d1fbf" providerId="LiveId" clId="{61D5B41F-6A96-44CF-B209-30F204524E57}" dt="2024-07-15T14:47:16.576" v="476" actId="1076"/>
          <ac:spMkLst>
            <pc:docMk/>
            <pc:sldMk cId="0" sldId="259"/>
            <ac:spMk id="285" creationId="{00000000-0000-0000-0000-000000000000}"/>
          </ac:spMkLst>
        </pc:spChg>
        <pc:spChg chg="del">
          <ac:chgData name="Zyad Smaki" userId="66c279856e7d1fbf" providerId="LiveId" clId="{61D5B41F-6A96-44CF-B209-30F204524E57}" dt="2024-07-15T14:47:18.216" v="477" actId="478"/>
          <ac:spMkLst>
            <pc:docMk/>
            <pc:sldMk cId="0" sldId="259"/>
            <ac:spMk id="286" creationId="{00000000-0000-0000-0000-000000000000}"/>
          </ac:spMkLst>
        </pc:spChg>
        <pc:picChg chg="add mod">
          <ac:chgData name="Zyad Smaki" userId="66c279856e7d1fbf" providerId="LiveId" clId="{61D5B41F-6A96-44CF-B209-30F204524E57}" dt="2024-07-15T14:58:14.868" v="487" actId="1076"/>
          <ac:picMkLst>
            <pc:docMk/>
            <pc:sldMk cId="0" sldId="259"/>
            <ac:picMk id="3" creationId="{1A911136-6ABD-EFE1-C0E9-DAD53C1A1406}"/>
          </ac:picMkLst>
        </pc:picChg>
        <pc:picChg chg="add mod">
          <ac:chgData name="Zyad Smaki" userId="66c279856e7d1fbf" providerId="LiveId" clId="{61D5B41F-6A96-44CF-B209-30F204524E57}" dt="2024-07-15T14:58:28.610" v="492" actId="1076"/>
          <ac:picMkLst>
            <pc:docMk/>
            <pc:sldMk cId="0" sldId="259"/>
            <ac:picMk id="5" creationId="{30358ECB-A6FC-3760-2669-AA1DAD31798E}"/>
          </ac:picMkLst>
        </pc:picChg>
        <pc:picChg chg="add del mod">
          <ac:chgData name="Zyad Smaki" userId="66c279856e7d1fbf" providerId="LiveId" clId="{61D5B41F-6A96-44CF-B209-30F204524E57}" dt="2024-07-15T15:00:08.756" v="499" actId="478"/>
          <ac:picMkLst>
            <pc:docMk/>
            <pc:sldMk cId="0" sldId="259"/>
            <ac:picMk id="7" creationId="{D14F98CE-A75D-02FC-1D38-DDA00FD3A6C6}"/>
          </ac:picMkLst>
        </pc:picChg>
      </pc:sldChg>
      <pc:sldChg chg="addSp delSp modSp mod modClrScheme chgLayout">
        <pc:chgData name="Zyad Smaki" userId="66c279856e7d1fbf" providerId="LiveId" clId="{61D5B41F-6A96-44CF-B209-30F204524E57}" dt="2024-07-15T13:50:40.282" v="13" actId="14100"/>
        <pc:sldMkLst>
          <pc:docMk/>
          <pc:sldMk cId="0" sldId="260"/>
        </pc:sldMkLst>
        <pc:spChg chg="mod">
          <ac:chgData name="Zyad Smaki" userId="66c279856e7d1fbf" providerId="LiveId" clId="{61D5B41F-6A96-44CF-B209-30F204524E57}" dt="2024-07-15T13:50:31.854" v="8" actId="26606"/>
          <ac:spMkLst>
            <pc:docMk/>
            <pc:sldMk cId="0" sldId="260"/>
            <ac:spMk id="294" creationId="{00000000-0000-0000-0000-000000000000}"/>
          </ac:spMkLst>
        </pc:spChg>
        <pc:spChg chg="mod ord modVis">
          <ac:chgData name="Zyad Smaki" userId="66c279856e7d1fbf" providerId="LiveId" clId="{61D5B41F-6A96-44CF-B209-30F204524E57}" dt="2024-07-15T13:50:31.854" v="8" actId="26606"/>
          <ac:spMkLst>
            <pc:docMk/>
            <pc:sldMk cId="0" sldId="260"/>
            <ac:spMk id="297" creationId="{00000000-0000-0000-0000-000000000000}"/>
          </ac:spMkLst>
        </pc:spChg>
        <pc:spChg chg="add del mod">
          <ac:chgData name="Zyad Smaki" userId="66c279856e7d1fbf" providerId="LiveId" clId="{61D5B41F-6A96-44CF-B209-30F204524E57}" dt="2024-07-15T13:50:27.018" v="4" actId="26606"/>
          <ac:spMkLst>
            <pc:docMk/>
            <pc:sldMk cId="0" sldId="260"/>
            <ac:spMk id="302" creationId="{8EABB635-3711-0424-E1CF-E53C9970F2FF}"/>
          </ac:spMkLst>
        </pc:spChg>
        <pc:spChg chg="add del mod">
          <ac:chgData name="Zyad Smaki" userId="66c279856e7d1fbf" providerId="LiveId" clId="{61D5B41F-6A96-44CF-B209-30F204524E57}" dt="2024-07-15T13:50:27.018" v="4" actId="26606"/>
          <ac:spMkLst>
            <pc:docMk/>
            <pc:sldMk cId="0" sldId="260"/>
            <ac:spMk id="304" creationId="{069E4C10-0812-1056-D9C2-EB684F8BDEF7}"/>
          </ac:spMkLst>
        </pc:spChg>
        <pc:spChg chg="add del mod">
          <ac:chgData name="Zyad Smaki" userId="66c279856e7d1fbf" providerId="LiveId" clId="{61D5B41F-6A96-44CF-B209-30F204524E57}" dt="2024-07-15T13:50:28.396" v="6" actId="26606"/>
          <ac:spMkLst>
            <pc:docMk/>
            <pc:sldMk cId="0" sldId="260"/>
            <ac:spMk id="306" creationId="{4FB5D07C-29CD-E552-3038-2E3261073E97}"/>
          </ac:spMkLst>
        </pc:spChg>
        <pc:spChg chg="add del mod">
          <ac:chgData name="Zyad Smaki" userId="66c279856e7d1fbf" providerId="LiveId" clId="{61D5B41F-6A96-44CF-B209-30F204524E57}" dt="2024-07-15T13:50:28.396" v="6" actId="26606"/>
          <ac:spMkLst>
            <pc:docMk/>
            <pc:sldMk cId="0" sldId="260"/>
            <ac:spMk id="307" creationId="{0A3B7D78-1948-C679-6D97-7400870DDCE2}"/>
          </ac:spMkLst>
        </pc:spChg>
        <pc:picChg chg="add mod ord">
          <ac:chgData name="Zyad Smaki" userId="66c279856e7d1fbf" providerId="LiveId" clId="{61D5B41F-6A96-44CF-B209-30F204524E57}" dt="2024-07-15T13:50:40.282" v="13" actId="14100"/>
          <ac:picMkLst>
            <pc:docMk/>
            <pc:sldMk cId="0" sldId="260"/>
            <ac:picMk id="4" creationId="{8EFBC7C9-AB99-C5BF-750D-A8683FCBC9DD}"/>
          </ac:picMkLst>
        </pc:picChg>
      </pc:sldChg>
      <pc:sldChg chg="delSp modSp mod">
        <pc:chgData name="Zyad Smaki" userId="66c279856e7d1fbf" providerId="LiveId" clId="{61D5B41F-6A96-44CF-B209-30F204524E57}" dt="2024-07-15T13:51:08.008" v="22" actId="1076"/>
        <pc:sldMkLst>
          <pc:docMk/>
          <pc:sldMk cId="0" sldId="262"/>
        </pc:sldMkLst>
        <pc:picChg chg="del">
          <ac:chgData name="Zyad Smaki" userId="66c279856e7d1fbf" providerId="LiveId" clId="{61D5B41F-6A96-44CF-B209-30F204524E57}" dt="2024-07-15T13:50:52.120" v="16" actId="478"/>
          <ac:picMkLst>
            <pc:docMk/>
            <pc:sldMk cId="0" sldId="262"/>
            <ac:picMk id="7" creationId="{A2DB9B6D-F09E-ACBC-7119-91535C3516F6}"/>
          </ac:picMkLst>
        </pc:picChg>
        <pc:picChg chg="mod">
          <ac:chgData name="Zyad Smaki" userId="66c279856e7d1fbf" providerId="LiveId" clId="{61D5B41F-6A96-44CF-B209-30F204524E57}" dt="2024-07-15T13:50:58.718" v="18" actId="1076"/>
          <ac:picMkLst>
            <pc:docMk/>
            <pc:sldMk cId="0" sldId="262"/>
            <ac:picMk id="9" creationId="{F8F4CEAE-418A-D525-3CC3-44FD0CFEE634}"/>
          </ac:picMkLst>
        </pc:picChg>
        <pc:picChg chg="del mod">
          <ac:chgData name="Zyad Smaki" userId="66c279856e7d1fbf" providerId="LiveId" clId="{61D5B41F-6A96-44CF-B209-30F204524E57}" dt="2024-07-15T13:51:05.761" v="21" actId="478"/>
          <ac:picMkLst>
            <pc:docMk/>
            <pc:sldMk cId="0" sldId="262"/>
            <ac:picMk id="11" creationId="{B5323342-E950-FDB5-3289-595420641EF7}"/>
          </ac:picMkLst>
        </pc:picChg>
        <pc:picChg chg="mod">
          <ac:chgData name="Zyad Smaki" userId="66c279856e7d1fbf" providerId="LiveId" clId="{61D5B41F-6A96-44CF-B209-30F204524E57}" dt="2024-07-15T13:50:55.878" v="17" actId="1076"/>
          <ac:picMkLst>
            <pc:docMk/>
            <pc:sldMk cId="0" sldId="262"/>
            <ac:picMk id="13" creationId="{1FDFE281-22A2-499F-7FB0-54D07C236B18}"/>
          </ac:picMkLst>
        </pc:picChg>
        <pc:picChg chg="mod">
          <ac:chgData name="Zyad Smaki" userId="66c279856e7d1fbf" providerId="LiveId" clId="{61D5B41F-6A96-44CF-B209-30F204524E57}" dt="2024-07-15T13:51:08.008" v="22" actId="1076"/>
          <ac:picMkLst>
            <pc:docMk/>
            <pc:sldMk cId="0" sldId="262"/>
            <ac:picMk id="15" creationId="{4A43FEDB-039B-ABB3-E225-1C07F9A1DAA0}"/>
          </ac:picMkLst>
        </pc:picChg>
      </pc:sldChg>
      <pc:sldChg chg="addSp modSp mod modAnim">
        <pc:chgData name="Zyad Smaki" userId="66c279856e7d1fbf" providerId="LiveId" clId="{61D5B41F-6A96-44CF-B209-30F204524E57}" dt="2024-07-15T14:46:32.098" v="474"/>
        <pc:sldMkLst>
          <pc:docMk/>
          <pc:sldMk cId="0" sldId="263"/>
        </pc:sldMkLst>
        <pc:spChg chg="add mod">
          <ac:chgData name="Zyad Smaki" userId="66c279856e7d1fbf" providerId="LiveId" clId="{61D5B41F-6A96-44CF-B209-30F204524E57}" dt="2024-07-15T14:45:50.459" v="463" actId="1076"/>
          <ac:spMkLst>
            <pc:docMk/>
            <pc:sldMk cId="0" sldId="263"/>
            <ac:spMk id="2" creationId="{3896BDD8-9338-D532-A31A-F3BA7FA57961}"/>
          </ac:spMkLst>
        </pc:spChg>
        <pc:picChg chg="add mod">
          <ac:chgData name="Zyad Smaki" userId="66c279856e7d1fbf" providerId="LiveId" clId="{61D5B41F-6A96-44CF-B209-30F204524E57}" dt="2024-07-15T14:46:24.289" v="473" actId="1076"/>
          <ac:picMkLst>
            <pc:docMk/>
            <pc:sldMk cId="0" sldId="263"/>
            <ac:picMk id="4" creationId="{744259C3-1BFA-196F-4CD2-489A7F5CBBFD}"/>
          </ac:picMkLst>
        </pc:picChg>
        <pc:picChg chg="add mod">
          <ac:chgData name="Zyad Smaki" userId="66c279856e7d1fbf" providerId="LiveId" clId="{61D5B41F-6A96-44CF-B209-30F204524E57}" dt="2024-07-15T14:46:19.724" v="472" actId="1076"/>
          <ac:picMkLst>
            <pc:docMk/>
            <pc:sldMk cId="0" sldId="263"/>
            <ac:picMk id="6" creationId="{32830B83-D535-3247-3A05-80ABE3405F9B}"/>
          </ac:picMkLst>
        </pc:picChg>
      </pc:sldChg>
      <pc:sldChg chg="addSp delSp modSp mod delAnim modAnim">
        <pc:chgData name="Zyad Smaki" userId="66c279856e7d1fbf" providerId="LiveId" clId="{61D5B41F-6A96-44CF-B209-30F204524E57}" dt="2024-07-15T14:18:42.661" v="150"/>
        <pc:sldMkLst>
          <pc:docMk/>
          <pc:sldMk cId="0" sldId="265"/>
        </pc:sldMkLst>
        <pc:spChg chg="add mod">
          <ac:chgData name="Zyad Smaki" userId="66c279856e7d1fbf" providerId="LiveId" clId="{61D5B41F-6A96-44CF-B209-30F204524E57}" dt="2024-07-15T14:12:44.962" v="102" actId="1076"/>
          <ac:spMkLst>
            <pc:docMk/>
            <pc:sldMk cId="0" sldId="265"/>
            <ac:spMk id="10" creationId="{79C1B1BF-3AAF-2B03-39F1-B89A03866489}"/>
          </ac:spMkLst>
        </pc:spChg>
        <pc:spChg chg="add mod">
          <ac:chgData name="Zyad Smaki" userId="66c279856e7d1fbf" providerId="LiveId" clId="{61D5B41F-6A96-44CF-B209-30F204524E57}" dt="2024-07-15T14:12:43.064" v="101" actId="1076"/>
          <ac:spMkLst>
            <pc:docMk/>
            <pc:sldMk cId="0" sldId="265"/>
            <ac:spMk id="11" creationId="{48886282-7AC3-DF6A-8DE8-49EA883532B0}"/>
          </ac:spMkLst>
        </pc:spChg>
        <pc:spChg chg="add del mod">
          <ac:chgData name="Zyad Smaki" userId="66c279856e7d1fbf" providerId="LiveId" clId="{61D5B41F-6A96-44CF-B209-30F204524E57}" dt="2024-07-15T14:12:08.616" v="93" actId="478"/>
          <ac:spMkLst>
            <pc:docMk/>
            <pc:sldMk cId="0" sldId="265"/>
            <ac:spMk id="15" creationId="{FC0391E9-E86F-21C5-5CB4-406B24F473BC}"/>
          </ac:spMkLst>
        </pc:spChg>
        <pc:spChg chg="mod">
          <ac:chgData name="Zyad Smaki" userId="66c279856e7d1fbf" providerId="LiveId" clId="{61D5B41F-6A96-44CF-B209-30F204524E57}" dt="2024-07-15T14:12:13.462" v="96" actId="1076"/>
          <ac:spMkLst>
            <pc:docMk/>
            <pc:sldMk cId="0" sldId="265"/>
            <ac:spMk id="341" creationId="{00000000-0000-0000-0000-000000000000}"/>
          </ac:spMkLst>
        </pc:spChg>
        <pc:spChg chg="del mod">
          <ac:chgData name="Zyad Smaki" userId="66c279856e7d1fbf" providerId="LiveId" clId="{61D5B41F-6A96-44CF-B209-30F204524E57}" dt="2024-07-15T14:12:06.307" v="92" actId="478"/>
          <ac:spMkLst>
            <pc:docMk/>
            <pc:sldMk cId="0" sldId="265"/>
            <ac:spMk id="344" creationId="{00000000-0000-0000-0000-000000000000}"/>
          </ac:spMkLst>
        </pc:spChg>
        <pc:spChg chg="del">
          <ac:chgData name="Zyad Smaki" userId="66c279856e7d1fbf" providerId="LiveId" clId="{61D5B41F-6A96-44CF-B209-30F204524E57}" dt="2024-07-15T14:04:24.798" v="27" actId="478"/>
          <ac:spMkLst>
            <pc:docMk/>
            <pc:sldMk cId="0" sldId="265"/>
            <ac:spMk id="345" creationId="{00000000-0000-0000-0000-000000000000}"/>
          </ac:spMkLst>
        </pc:spChg>
        <pc:picChg chg="add mod">
          <ac:chgData name="Zyad Smaki" userId="66c279856e7d1fbf" providerId="LiveId" clId="{61D5B41F-6A96-44CF-B209-30F204524E57}" dt="2024-07-15T14:13:27.159" v="108" actId="1076"/>
          <ac:picMkLst>
            <pc:docMk/>
            <pc:sldMk cId="0" sldId="265"/>
            <ac:picMk id="3" creationId="{F06A74F9-E4DE-D34C-1828-C7691CEADC22}"/>
          </ac:picMkLst>
        </pc:picChg>
        <pc:picChg chg="add del mod">
          <ac:chgData name="Zyad Smaki" userId="66c279856e7d1fbf" providerId="LiveId" clId="{61D5B41F-6A96-44CF-B209-30F204524E57}" dt="2024-07-15T14:07:06.192" v="42" actId="478"/>
          <ac:picMkLst>
            <pc:docMk/>
            <pc:sldMk cId="0" sldId="265"/>
            <ac:picMk id="5" creationId="{04DA3440-5131-E2EC-15D0-C8C430A9518E}"/>
          </ac:picMkLst>
        </pc:picChg>
        <pc:picChg chg="add del mod">
          <ac:chgData name="Zyad Smaki" userId="66c279856e7d1fbf" providerId="LiveId" clId="{61D5B41F-6A96-44CF-B209-30F204524E57}" dt="2024-07-15T14:05:44.721" v="41" actId="478"/>
          <ac:picMkLst>
            <pc:docMk/>
            <pc:sldMk cId="0" sldId="265"/>
            <ac:picMk id="7" creationId="{BEA72E4C-60E1-2B9C-0670-DEF81292C4F9}"/>
          </ac:picMkLst>
        </pc:picChg>
        <pc:picChg chg="add del mod">
          <ac:chgData name="Zyad Smaki" userId="66c279856e7d1fbf" providerId="LiveId" clId="{61D5B41F-6A96-44CF-B209-30F204524E57}" dt="2024-07-15T14:11:32.417" v="84" actId="478"/>
          <ac:picMkLst>
            <pc:docMk/>
            <pc:sldMk cId="0" sldId="265"/>
            <ac:picMk id="9" creationId="{87F80144-C18F-44C1-519B-103EA0491DAF}"/>
          </ac:picMkLst>
        </pc:picChg>
        <pc:picChg chg="add del mod">
          <ac:chgData name="Zyad Smaki" userId="66c279856e7d1fbf" providerId="LiveId" clId="{61D5B41F-6A96-44CF-B209-30F204524E57}" dt="2024-07-15T14:11:33.163" v="85" actId="478"/>
          <ac:picMkLst>
            <pc:docMk/>
            <pc:sldMk cId="0" sldId="265"/>
            <ac:picMk id="13" creationId="{AAA799C9-49A7-6255-F39B-A5858BC3124D}"/>
          </ac:picMkLst>
        </pc:picChg>
        <pc:picChg chg="add mod">
          <ac:chgData name="Zyad Smaki" userId="66c279856e7d1fbf" providerId="LiveId" clId="{61D5B41F-6A96-44CF-B209-30F204524E57}" dt="2024-07-15T14:13:30.821" v="109" actId="1076"/>
          <ac:picMkLst>
            <pc:docMk/>
            <pc:sldMk cId="0" sldId="265"/>
            <ac:picMk id="17" creationId="{8CFC482A-755E-734F-E290-41F9DA874C0F}"/>
          </ac:picMkLst>
        </pc:picChg>
        <pc:picChg chg="add mod">
          <ac:chgData name="Zyad Smaki" userId="66c279856e7d1fbf" providerId="LiveId" clId="{61D5B41F-6A96-44CF-B209-30F204524E57}" dt="2024-07-15T14:17:21.511" v="131" actId="1076"/>
          <ac:picMkLst>
            <pc:docMk/>
            <pc:sldMk cId="0" sldId="265"/>
            <ac:picMk id="19" creationId="{47A8AE3E-78B1-CB98-6AF0-65071F6D7E2B}"/>
          </ac:picMkLst>
        </pc:picChg>
        <pc:picChg chg="add del mod">
          <ac:chgData name="Zyad Smaki" userId="66c279856e7d1fbf" providerId="LiveId" clId="{61D5B41F-6A96-44CF-B209-30F204524E57}" dt="2024-07-15T14:15:02.644" v="130" actId="478"/>
          <ac:picMkLst>
            <pc:docMk/>
            <pc:sldMk cId="0" sldId="265"/>
            <ac:picMk id="21" creationId="{42053048-9BFD-8D18-284A-AE83C9B7C5F0}"/>
          </ac:picMkLst>
        </pc:picChg>
        <pc:picChg chg="add del mod">
          <ac:chgData name="Zyad Smaki" userId="66c279856e7d1fbf" providerId="LiveId" clId="{61D5B41F-6A96-44CF-B209-30F204524E57}" dt="2024-07-15T14:15:01.875" v="129" actId="478"/>
          <ac:picMkLst>
            <pc:docMk/>
            <pc:sldMk cId="0" sldId="265"/>
            <ac:picMk id="23" creationId="{14C1F966-9518-33E7-55C1-242BC7A30E68}"/>
          </ac:picMkLst>
        </pc:picChg>
        <pc:picChg chg="add mod">
          <ac:chgData name="Zyad Smaki" userId="66c279856e7d1fbf" providerId="LiveId" clId="{61D5B41F-6A96-44CF-B209-30F204524E57}" dt="2024-07-15T14:17:31.544" v="135" actId="962"/>
          <ac:picMkLst>
            <pc:docMk/>
            <pc:sldMk cId="0" sldId="265"/>
            <ac:picMk id="25" creationId="{C5D1B1C1-D13C-3F61-A36D-1E8FB03898F7}"/>
          </ac:picMkLst>
        </pc:picChg>
        <pc:picChg chg="add del mod">
          <ac:chgData name="Zyad Smaki" userId="66c279856e7d1fbf" providerId="LiveId" clId="{61D5B41F-6A96-44CF-B209-30F204524E57}" dt="2024-07-15T14:18:28.942" v="145" actId="478"/>
          <ac:picMkLst>
            <pc:docMk/>
            <pc:sldMk cId="0" sldId="265"/>
            <ac:picMk id="27" creationId="{AA17A68C-2585-F5B9-B619-B09BA597B8C1}"/>
          </ac:picMkLst>
        </pc:picChg>
        <pc:picChg chg="add mod">
          <ac:chgData name="Zyad Smaki" userId="66c279856e7d1fbf" providerId="LiveId" clId="{61D5B41F-6A96-44CF-B209-30F204524E57}" dt="2024-07-15T14:18:39.692" v="149" actId="1076"/>
          <ac:picMkLst>
            <pc:docMk/>
            <pc:sldMk cId="0" sldId="265"/>
            <ac:picMk id="29" creationId="{B0C618D6-12E8-DE1D-BA4F-B6AF0899A564}"/>
          </ac:picMkLst>
        </pc:picChg>
      </pc:sldChg>
      <pc:sldChg chg="addSp delSp modSp new mod delAnim modAnim">
        <pc:chgData name="Zyad Smaki" userId="66c279856e7d1fbf" providerId="LiveId" clId="{61D5B41F-6A96-44CF-B209-30F204524E57}" dt="2024-07-15T14:35:30.681" v="354"/>
        <pc:sldMkLst>
          <pc:docMk/>
          <pc:sldMk cId="4272020975" sldId="267"/>
        </pc:sldMkLst>
        <pc:spChg chg="mod">
          <ac:chgData name="Zyad Smaki" userId="66c279856e7d1fbf" providerId="LiveId" clId="{61D5B41F-6A96-44CF-B209-30F204524E57}" dt="2024-07-15T14:31:18.942" v="296" actId="1076"/>
          <ac:spMkLst>
            <pc:docMk/>
            <pc:sldMk cId="4272020975" sldId="267"/>
            <ac:spMk id="2" creationId="{25CB7549-BFCF-A502-167D-9FC70288AB31}"/>
          </ac:spMkLst>
        </pc:spChg>
        <pc:spChg chg="del">
          <ac:chgData name="Zyad Smaki" userId="66c279856e7d1fbf" providerId="LiveId" clId="{61D5B41F-6A96-44CF-B209-30F204524E57}" dt="2024-07-15T14:19:33.373" v="154" actId="478"/>
          <ac:spMkLst>
            <pc:docMk/>
            <pc:sldMk cId="4272020975" sldId="267"/>
            <ac:spMk id="3" creationId="{ED66EB8E-729E-27D7-DD5C-81D1E686FE09}"/>
          </ac:spMkLst>
        </pc:spChg>
        <pc:spChg chg="del">
          <ac:chgData name="Zyad Smaki" userId="66c279856e7d1fbf" providerId="LiveId" clId="{61D5B41F-6A96-44CF-B209-30F204524E57}" dt="2024-07-15T14:19:31.050" v="153" actId="478"/>
          <ac:spMkLst>
            <pc:docMk/>
            <pc:sldMk cId="4272020975" sldId="267"/>
            <ac:spMk id="4" creationId="{B9A73B31-4DE0-7379-C7F4-1AE548298851}"/>
          </ac:spMkLst>
        </pc:spChg>
        <pc:spChg chg="del">
          <ac:chgData name="Zyad Smaki" userId="66c279856e7d1fbf" providerId="LiveId" clId="{61D5B41F-6A96-44CF-B209-30F204524E57}" dt="2024-07-15T14:19:28.523" v="152" actId="478"/>
          <ac:spMkLst>
            <pc:docMk/>
            <pc:sldMk cId="4272020975" sldId="267"/>
            <ac:spMk id="5" creationId="{4B63390F-8B5F-3150-5670-517F66F877C9}"/>
          </ac:spMkLst>
        </pc:spChg>
        <pc:spChg chg="add mod">
          <ac:chgData name="Zyad Smaki" userId="66c279856e7d1fbf" providerId="LiveId" clId="{61D5B41F-6A96-44CF-B209-30F204524E57}" dt="2024-07-15T14:31:21.665" v="297" actId="1076"/>
          <ac:spMkLst>
            <pc:docMk/>
            <pc:sldMk cId="4272020975" sldId="267"/>
            <ac:spMk id="6" creationId="{49641DF0-7828-A86E-98ED-0169564B7500}"/>
          </ac:spMkLst>
        </pc:spChg>
        <pc:spChg chg="add mod">
          <ac:chgData name="Zyad Smaki" userId="66c279856e7d1fbf" providerId="LiveId" clId="{61D5B41F-6A96-44CF-B209-30F204524E57}" dt="2024-07-15T14:31:23.514" v="298" actId="1076"/>
          <ac:spMkLst>
            <pc:docMk/>
            <pc:sldMk cId="4272020975" sldId="267"/>
            <ac:spMk id="7" creationId="{11780D45-A5ED-14F4-A811-4C698A41B63E}"/>
          </ac:spMkLst>
        </pc:spChg>
        <pc:picChg chg="add del mod">
          <ac:chgData name="Zyad Smaki" userId="66c279856e7d1fbf" providerId="LiveId" clId="{61D5B41F-6A96-44CF-B209-30F204524E57}" dt="2024-07-15T14:30:46.017" v="289" actId="478"/>
          <ac:picMkLst>
            <pc:docMk/>
            <pc:sldMk cId="4272020975" sldId="267"/>
            <ac:picMk id="9" creationId="{80E0EB88-A92F-A0AD-05CB-700B55A5D2F2}"/>
          </ac:picMkLst>
        </pc:picChg>
        <pc:picChg chg="add del mod">
          <ac:chgData name="Zyad Smaki" userId="66c279856e7d1fbf" providerId="LiveId" clId="{61D5B41F-6A96-44CF-B209-30F204524E57}" dt="2024-07-15T14:30:44.505" v="287" actId="478"/>
          <ac:picMkLst>
            <pc:docMk/>
            <pc:sldMk cId="4272020975" sldId="267"/>
            <ac:picMk id="11" creationId="{73B0AE93-3C5D-71C3-97A1-E516299E2981}"/>
          </ac:picMkLst>
        </pc:picChg>
        <pc:picChg chg="add del mod">
          <ac:chgData name="Zyad Smaki" userId="66c279856e7d1fbf" providerId="LiveId" clId="{61D5B41F-6A96-44CF-B209-30F204524E57}" dt="2024-07-15T14:30:45.387" v="288" actId="478"/>
          <ac:picMkLst>
            <pc:docMk/>
            <pc:sldMk cId="4272020975" sldId="267"/>
            <ac:picMk id="13" creationId="{A8424CE7-F215-35D1-5FFF-D9D4348A0B22}"/>
          </ac:picMkLst>
        </pc:picChg>
        <pc:picChg chg="add del mod">
          <ac:chgData name="Zyad Smaki" userId="66c279856e7d1fbf" providerId="LiveId" clId="{61D5B41F-6A96-44CF-B209-30F204524E57}" dt="2024-07-15T14:30:46.887" v="290" actId="478"/>
          <ac:picMkLst>
            <pc:docMk/>
            <pc:sldMk cId="4272020975" sldId="267"/>
            <ac:picMk id="15" creationId="{5DE40B40-5261-92E2-7C0E-76057E6F05B2}"/>
          </ac:picMkLst>
        </pc:picChg>
        <pc:picChg chg="add del mod">
          <ac:chgData name="Zyad Smaki" userId="66c279856e7d1fbf" providerId="LiveId" clId="{61D5B41F-6A96-44CF-B209-30F204524E57}" dt="2024-07-15T14:33:27.168" v="320" actId="478"/>
          <ac:picMkLst>
            <pc:docMk/>
            <pc:sldMk cId="4272020975" sldId="267"/>
            <ac:picMk id="17" creationId="{459AAA87-269F-09E0-F9C4-658FE8230D4D}"/>
          </ac:picMkLst>
        </pc:picChg>
        <pc:picChg chg="add del mod">
          <ac:chgData name="Zyad Smaki" userId="66c279856e7d1fbf" providerId="LiveId" clId="{61D5B41F-6A96-44CF-B209-30F204524E57}" dt="2024-07-15T14:33:26.186" v="318" actId="478"/>
          <ac:picMkLst>
            <pc:docMk/>
            <pc:sldMk cId="4272020975" sldId="267"/>
            <ac:picMk id="19" creationId="{E2DFAE17-1735-114B-C16A-8910CE25E6B5}"/>
          </ac:picMkLst>
        </pc:picChg>
        <pc:picChg chg="add mod">
          <ac:chgData name="Zyad Smaki" userId="66c279856e7d1fbf" providerId="LiveId" clId="{61D5B41F-6A96-44CF-B209-30F204524E57}" dt="2024-07-15T14:34:29.877" v="334" actId="1076"/>
          <ac:picMkLst>
            <pc:docMk/>
            <pc:sldMk cId="4272020975" sldId="267"/>
            <ac:picMk id="21" creationId="{1B5FC5D2-C076-2ECE-6672-BEEF73EDEAA8}"/>
          </ac:picMkLst>
        </pc:picChg>
        <pc:picChg chg="add mod">
          <ac:chgData name="Zyad Smaki" userId="66c279856e7d1fbf" providerId="LiveId" clId="{61D5B41F-6A96-44CF-B209-30F204524E57}" dt="2024-07-15T14:35:23.932" v="352" actId="1076"/>
          <ac:picMkLst>
            <pc:docMk/>
            <pc:sldMk cId="4272020975" sldId="267"/>
            <ac:picMk id="23" creationId="{6C24A140-CFEF-68AF-AA82-E6D439C21431}"/>
          </ac:picMkLst>
        </pc:picChg>
        <pc:picChg chg="add mod">
          <ac:chgData name="Zyad Smaki" userId="66c279856e7d1fbf" providerId="LiveId" clId="{61D5B41F-6A96-44CF-B209-30F204524E57}" dt="2024-07-15T14:35:12.146" v="347" actId="1076"/>
          <ac:picMkLst>
            <pc:docMk/>
            <pc:sldMk cId="4272020975" sldId="267"/>
            <ac:picMk id="25" creationId="{E47136E5-8A3B-6749-324B-B220A98300A2}"/>
          </ac:picMkLst>
        </pc:picChg>
        <pc:picChg chg="add mod">
          <ac:chgData name="Zyad Smaki" userId="66c279856e7d1fbf" providerId="LiveId" clId="{61D5B41F-6A96-44CF-B209-30F204524E57}" dt="2024-07-15T14:35:27.689" v="353" actId="1076"/>
          <ac:picMkLst>
            <pc:docMk/>
            <pc:sldMk cId="4272020975" sldId="267"/>
            <ac:picMk id="27" creationId="{85DB047C-5877-A921-05A4-D2C1890F8248}"/>
          </ac:picMkLst>
        </pc:picChg>
      </pc:sldChg>
      <pc:sldChg chg="addSp delSp modSp new mod delAnim modAnim">
        <pc:chgData name="Zyad Smaki" userId="66c279856e7d1fbf" providerId="LiveId" clId="{61D5B41F-6A96-44CF-B209-30F204524E57}" dt="2024-07-15T14:38:12.396" v="396"/>
        <pc:sldMkLst>
          <pc:docMk/>
          <pc:sldMk cId="331528378" sldId="268"/>
        </pc:sldMkLst>
        <pc:spChg chg="del">
          <ac:chgData name="Zyad Smaki" userId="66c279856e7d1fbf" providerId="LiveId" clId="{61D5B41F-6A96-44CF-B209-30F204524E57}" dt="2024-07-15T14:23:13.618" v="214" actId="478"/>
          <ac:spMkLst>
            <pc:docMk/>
            <pc:sldMk cId="331528378" sldId="268"/>
            <ac:spMk id="2" creationId="{4CD1A5D7-9B21-7C65-F39E-58431BF26998}"/>
          </ac:spMkLst>
        </pc:spChg>
        <pc:spChg chg="del">
          <ac:chgData name="Zyad Smaki" userId="66c279856e7d1fbf" providerId="LiveId" clId="{61D5B41F-6A96-44CF-B209-30F204524E57}" dt="2024-07-15T14:23:16.169" v="216" actId="478"/>
          <ac:spMkLst>
            <pc:docMk/>
            <pc:sldMk cId="331528378" sldId="268"/>
            <ac:spMk id="3" creationId="{43FFB43E-FC62-17C4-3893-80950A0C0984}"/>
          </ac:spMkLst>
        </pc:spChg>
        <pc:spChg chg="del">
          <ac:chgData name="Zyad Smaki" userId="66c279856e7d1fbf" providerId="LiveId" clId="{61D5B41F-6A96-44CF-B209-30F204524E57}" dt="2024-07-15T14:23:14.651" v="215" actId="478"/>
          <ac:spMkLst>
            <pc:docMk/>
            <pc:sldMk cId="331528378" sldId="268"/>
            <ac:spMk id="4" creationId="{0DFB2308-BCE1-338E-DB6D-5E411042EAB2}"/>
          </ac:spMkLst>
        </pc:spChg>
        <pc:spChg chg="del mod">
          <ac:chgData name="Zyad Smaki" userId="66c279856e7d1fbf" providerId="LiveId" clId="{61D5B41F-6A96-44CF-B209-30F204524E57}" dt="2024-07-15T14:23:10.491" v="213" actId="478"/>
          <ac:spMkLst>
            <pc:docMk/>
            <pc:sldMk cId="331528378" sldId="268"/>
            <ac:spMk id="5" creationId="{238747E1-4280-2D88-929C-750DB8632AF1}"/>
          </ac:spMkLst>
        </pc:spChg>
        <pc:spChg chg="add del mod">
          <ac:chgData name="Zyad Smaki" userId="66c279856e7d1fbf" providerId="LiveId" clId="{61D5B41F-6A96-44CF-B209-30F204524E57}" dt="2024-07-15T14:23:33.850" v="223" actId="478"/>
          <ac:spMkLst>
            <pc:docMk/>
            <pc:sldMk cId="331528378" sldId="268"/>
            <ac:spMk id="6" creationId="{4881C8A4-A47B-FC39-BA85-159C0BA530E6}"/>
          </ac:spMkLst>
        </pc:spChg>
        <pc:spChg chg="add del mod">
          <ac:chgData name="Zyad Smaki" userId="66c279856e7d1fbf" providerId="LiveId" clId="{61D5B41F-6A96-44CF-B209-30F204524E57}" dt="2024-07-15T14:23:35.336" v="224" actId="478"/>
          <ac:spMkLst>
            <pc:docMk/>
            <pc:sldMk cId="331528378" sldId="268"/>
            <ac:spMk id="7" creationId="{45ACF275-A0CE-DEE0-1093-E67D72DE1669}"/>
          </ac:spMkLst>
        </pc:spChg>
        <pc:spChg chg="add del mod">
          <ac:chgData name="Zyad Smaki" userId="66c279856e7d1fbf" providerId="LiveId" clId="{61D5B41F-6A96-44CF-B209-30F204524E57}" dt="2024-07-15T14:23:31.225" v="220" actId="478"/>
          <ac:spMkLst>
            <pc:docMk/>
            <pc:sldMk cId="331528378" sldId="268"/>
            <ac:spMk id="8" creationId="{00C3C916-114E-10B6-B9A7-501ABBD95499}"/>
          </ac:spMkLst>
        </pc:spChg>
        <pc:spChg chg="add del mod">
          <ac:chgData name="Zyad Smaki" userId="66c279856e7d1fbf" providerId="LiveId" clId="{61D5B41F-6A96-44CF-B209-30F204524E57}" dt="2024-07-15T14:23:36.170" v="225" actId="478"/>
          <ac:spMkLst>
            <pc:docMk/>
            <pc:sldMk cId="331528378" sldId="268"/>
            <ac:spMk id="10" creationId="{EE2A21CE-D8E7-35A7-4BE5-7071E02710F5}"/>
          </ac:spMkLst>
        </pc:spChg>
        <pc:spChg chg="add mod">
          <ac:chgData name="Zyad Smaki" userId="66c279856e7d1fbf" providerId="LiveId" clId="{61D5B41F-6A96-44CF-B209-30F204524E57}" dt="2024-07-15T14:25:22.343" v="257" actId="1076"/>
          <ac:spMkLst>
            <pc:docMk/>
            <pc:sldMk cId="331528378" sldId="268"/>
            <ac:spMk id="14" creationId="{D4615627-8873-31EA-EE62-832C94EA13E8}"/>
          </ac:spMkLst>
        </pc:spChg>
        <pc:spChg chg="add mod">
          <ac:chgData name="Zyad Smaki" userId="66c279856e7d1fbf" providerId="LiveId" clId="{61D5B41F-6A96-44CF-B209-30F204524E57}" dt="2024-07-15T14:25:24.822" v="258" actId="1076"/>
          <ac:spMkLst>
            <pc:docMk/>
            <pc:sldMk cId="331528378" sldId="268"/>
            <ac:spMk id="15" creationId="{C202B0D7-7048-1A23-6843-9272A4C6C63B}"/>
          </ac:spMkLst>
        </pc:spChg>
        <pc:spChg chg="add mod">
          <ac:chgData name="Zyad Smaki" userId="66c279856e7d1fbf" providerId="LiveId" clId="{61D5B41F-6A96-44CF-B209-30F204524E57}" dt="2024-07-15T14:25:27.967" v="259" actId="1076"/>
          <ac:spMkLst>
            <pc:docMk/>
            <pc:sldMk cId="331528378" sldId="268"/>
            <ac:spMk id="16" creationId="{67527479-F28D-629F-BF27-66114FB8B85D}"/>
          </ac:spMkLst>
        </pc:spChg>
        <pc:picChg chg="add del">
          <ac:chgData name="Zyad Smaki" userId="66c279856e7d1fbf" providerId="LiveId" clId="{61D5B41F-6A96-44CF-B209-30F204524E57}" dt="2024-07-15T14:23:52.991" v="231" actId="478"/>
          <ac:picMkLst>
            <pc:docMk/>
            <pc:sldMk cId="331528378" sldId="268"/>
            <ac:picMk id="11" creationId="{ACEE3A9B-BA95-3E7D-76DB-1A7A91B1BA3A}"/>
          </ac:picMkLst>
        </pc:picChg>
        <pc:picChg chg="add del mod">
          <ac:chgData name="Zyad Smaki" userId="66c279856e7d1fbf" providerId="LiveId" clId="{61D5B41F-6A96-44CF-B209-30F204524E57}" dt="2024-07-15T14:23:53.828" v="232" actId="478"/>
          <ac:picMkLst>
            <pc:docMk/>
            <pc:sldMk cId="331528378" sldId="268"/>
            <ac:picMk id="12" creationId="{A40A8001-18FE-28BC-BC18-C5999FDA56B8}"/>
          </ac:picMkLst>
        </pc:picChg>
        <pc:picChg chg="add del mod">
          <ac:chgData name="Zyad Smaki" userId="66c279856e7d1fbf" providerId="LiveId" clId="{61D5B41F-6A96-44CF-B209-30F204524E57}" dt="2024-07-15T14:23:51.855" v="230" actId="478"/>
          <ac:picMkLst>
            <pc:docMk/>
            <pc:sldMk cId="331528378" sldId="268"/>
            <ac:picMk id="13" creationId="{DFF904FE-9DB5-5DB7-57BE-364D1EBB57BF}"/>
          </ac:picMkLst>
        </pc:picChg>
        <pc:picChg chg="add del mod">
          <ac:chgData name="Zyad Smaki" userId="66c279856e7d1fbf" providerId="LiveId" clId="{61D5B41F-6A96-44CF-B209-30F204524E57}" dt="2024-07-15T14:36:16.910" v="362" actId="478"/>
          <ac:picMkLst>
            <pc:docMk/>
            <pc:sldMk cId="331528378" sldId="268"/>
            <ac:picMk id="18" creationId="{9F884041-417A-8958-0466-39F1C78A377B}"/>
          </ac:picMkLst>
        </pc:picChg>
        <pc:picChg chg="add del mod">
          <ac:chgData name="Zyad Smaki" userId="66c279856e7d1fbf" providerId="LiveId" clId="{61D5B41F-6A96-44CF-B209-30F204524E57}" dt="2024-07-15T14:36:16.385" v="361" actId="478"/>
          <ac:picMkLst>
            <pc:docMk/>
            <pc:sldMk cId="331528378" sldId="268"/>
            <ac:picMk id="20" creationId="{A8055A85-DC38-59DB-13F0-562CB495BCE9}"/>
          </ac:picMkLst>
        </pc:picChg>
        <pc:picChg chg="add del mod">
          <ac:chgData name="Zyad Smaki" userId="66c279856e7d1fbf" providerId="LiveId" clId="{61D5B41F-6A96-44CF-B209-30F204524E57}" dt="2024-07-15T14:36:15.850" v="360" actId="478"/>
          <ac:picMkLst>
            <pc:docMk/>
            <pc:sldMk cId="331528378" sldId="268"/>
            <ac:picMk id="22" creationId="{AE94CBA1-ABB5-ABD8-1CEF-F09DBD5A9480}"/>
          </ac:picMkLst>
        </pc:picChg>
        <pc:picChg chg="add mod">
          <ac:chgData name="Zyad Smaki" userId="66c279856e7d1fbf" providerId="LiveId" clId="{61D5B41F-6A96-44CF-B209-30F204524E57}" dt="2024-07-15T14:36:27.967" v="366" actId="1076"/>
          <ac:picMkLst>
            <pc:docMk/>
            <pc:sldMk cId="331528378" sldId="268"/>
            <ac:picMk id="24" creationId="{2939F5A4-B847-9294-B19B-3EBF76ED801D}"/>
          </ac:picMkLst>
        </pc:picChg>
        <pc:picChg chg="add mod">
          <ac:chgData name="Zyad Smaki" userId="66c279856e7d1fbf" providerId="LiveId" clId="{61D5B41F-6A96-44CF-B209-30F204524E57}" dt="2024-07-15T14:37:51.437" v="389" actId="1076"/>
          <ac:picMkLst>
            <pc:docMk/>
            <pc:sldMk cId="331528378" sldId="268"/>
            <ac:picMk id="26" creationId="{B8554652-0823-C04F-1E42-F68381585804}"/>
          </ac:picMkLst>
        </pc:picChg>
        <pc:picChg chg="add mod">
          <ac:chgData name="Zyad Smaki" userId="66c279856e7d1fbf" providerId="LiveId" clId="{61D5B41F-6A96-44CF-B209-30F204524E57}" dt="2024-07-15T14:37:09.316" v="380" actId="1076"/>
          <ac:picMkLst>
            <pc:docMk/>
            <pc:sldMk cId="331528378" sldId="268"/>
            <ac:picMk id="28" creationId="{48E34945-A3D9-03BB-D627-B15141C1CDBC}"/>
          </ac:picMkLst>
        </pc:picChg>
        <pc:picChg chg="add mod">
          <ac:chgData name="Zyad Smaki" userId="66c279856e7d1fbf" providerId="LiveId" clId="{61D5B41F-6A96-44CF-B209-30F204524E57}" dt="2024-07-15T14:37:54.297" v="390" actId="1076"/>
          <ac:picMkLst>
            <pc:docMk/>
            <pc:sldMk cId="331528378" sldId="268"/>
            <ac:picMk id="30" creationId="{B741F32F-4BDB-B822-4BE0-792EC45DAE03}"/>
          </ac:picMkLst>
        </pc:picChg>
        <pc:picChg chg="add mod">
          <ac:chgData name="Zyad Smaki" userId="66c279856e7d1fbf" providerId="LiveId" clId="{61D5B41F-6A96-44CF-B209-30F204524E57}" dt="2024-07-15T14:38:08.135" v="395" actId="1076"/>
          <ac:picMkLst>
            <pc:docMk/>
            <pc:sldMk cId="331528378" sldId="268"/>
            <ac:picMk id="32" creationId="{019CD468-584F-54F0-F41D-A705EEF100B0}"/>
          </ac:picMkLst>
        </pc:picChg>
      </pc:sldChg>
      <pc:sldChg chg="addSp delSp modSp new mod modAnim">
        <pc:chgData name="Zyad Smaki" userId="66c279856e7d1fbf" providerId="LiveId" clId="{61D5B41F-6A96-44CF-B209-30F204524E57}" dt="2024-07-15T14:43:17.672" v="462"/>
        <pc:sldMkLst>
          <pc:docMk/>
          <pc:sldMk cId="1555419520" sldId="269"/>
        </pc:sldMkLst>
        <pc:spChg chg="del">
          <ac:chgData name="Zyad Smaki" userId="66c279856e7d1fbf" providerId="LiveId" clId="{61D5B41F-6A96-44CF-B209-30F204524E57}" dt="2024-07-15T14:38:32.363" v="400" actId="478"/>
          <ac:spMkLst>
            <pc:docMk/>
            <pc:sldMk cId="1555419520" sldId="269"/>
            <ac:spMk id="2" creationId="{77D8C1D4-8D70-1CF4-6E2B-A17AA8A6778F}"/>
          </ac:spMkLst>
        </pc:spChg>
        <pc:spChg chg="del">
          <ac:chgData name="Zyad Smaki" userId="66c279856e7d1fbf" providerId="LiveId" clId="{61D5B41F-6A96-44CF-B209-30F204524E57}" dt="2024-07-15T14:38:34.902" v="402" actId="478"/>
          <ac:spMkLst>
            <pc:docMk/>
            <pc:sldMk cId="1555419520" sldId="269"/>
            <ac:spMk id="3" creationId="{18EBAA75-2471-542B-B1F2-16A0A8F6DCA2}"/>
          </ac:spMkLst>
        </pc:spChg>
        <pc:spChg chg="del">
          <ac:chgData name="Zyad Smaki" userId="66c279856e7d1fbf" providerId="LiveId" clId="{61D5B41F-6A96-44CF-B209-30F204524E57}" dt="2024-07-15T14:38:33.447" v="401" actId="478"/>
          <ac:spMkLst>
            <pc:docMk/>
            <pc:sldMk cId="1555419520" sldId="269"/>
            <ac:spMk id="4" creationId="{D5AACE7C-8FA2-95C5-82CF-E581682A63D9}"/>
          </ac:spMkLst>
        </pc:spChg>
        <pc:spChg chg="del mod">
          <ac:chgData name="Zyad Smaki" userId="66c279856e7d1fbf" providerId="LiveId" clId="{61D5B41F-6A96-44CF-B209-30F204524E57}" dt="2024-07-15T14:38:30.656" v="399" actId="478"/>
          <ac:spMkLst>
            <pc:docMk/>
            <pc:sldMk cId="1555419520" sldId="269"/>
            <ac:spMk id="5" creationId="{2076E87A-E6D6-A266-6012-8306C3EFAE24}"/>
          </ac:spMkLst>
        </pc:spChg>
        <pc:spChg chg="add mod">
          <ac:chgData name="Zyad Smaki" userId="66c279856e7d1fbf" providerId="LiveId" clId="{61D5B41F-6A96-44CF-B209-30F204524E57}" dt="2024-07-15T14:39:13.374" v="415" actId="1076"/>
          <ac:spMkLst>
            <pc:docMk/>
            <pc:sldMk cId="1555419520" sldId="269"/>
            <ac:spMk id="7" creationId="{931751CE-E8E8-1096-5E8C-140D6DC2367F}"/>
          </ac:spMkLst>
        </pc:spChg>
        <pc:spChg chg="add mod">
          <ac:chgData name="Zyad Smaki" userId="66c279856e7d1fbf" providerId="LiveId" clId="{61D5B41F-6A96-44CF-B209-30F204524E57}" dt="2024-07-15T14:39:26.298" v="423" actId="20577"/>
          <ac:spMkLst>
            <pc:docMk/>
            <pc:sldMk cId="1555419520" sldId="269"/>
            <ac:spMk id="9" creationId="{B47AF106-7FDB-5BE8-08F8-2EE543956F57}"/>
          </ac:spMkLst>
        </pc:spChg>
        <pc:spChg chg="add mod">
          <ac:chgData name="Zyad Smaki" userId="66c279856e7d1fbf" providerId="LiveId" clId="{61D5B41F-6A96-44CF-B209-30F204524E57}" dt="2024-07-15T14:39:28.593" v="425" actId="20577"/>
          <ac:spMkLst>
            <pc:docMk/>
            <pc:sldMk cId="1555419520" sldId="269"/>
            <ac:spMk id="11" creationId="{92B7B204-6DF5-1AEE-6036-F925D240D9A5}"/>
          </ac:spMkLst>
        </pc:spChg>
        <pc:picChg chg="add mod">
          <ac:chgData name="Zyad Smaki" userId="66c279856e7d1fbf" providerId="LiveId" clId="{61D5B41F-6A96-44CF-B209-30F204524E57}" dt="2024-07-15T14:39:37.252" v="429" actId="1076"/>
          <ac:picMkLst>
            <pc:docMk/>
            <pc:sldMk cId="1555419520" sldId="269"/>
            <ac:picMk id="13" creationId="{74FDA92C-0E0D-78FF-8A60-D3021919496D}"/>
          </ac:picMkLst>
        </pc:picChg>
        <pc:picChg chg="add del mod">
          <ac:chgData name="Zyad Smaki" userId="66c279856e7d1fbf" providerId="LiveId" clId="{61D5B41F-6A96-44CF-B209-30F204524E57}" dt="2024-07-15T14:40:09.838" v="438" actId="478"/>
          <ac:picMkLst>
            <pc:docMk/>
            <pc:sldMk cId="1555419520" sldId="269"/>
            <ac:picMk id="15" creationId="{F3116C97-5864-1279-6D63-F0C7C178E95D}"/>
          </ac:picMkLst>
        </pc:picChg>
        <pc:picChg chg="add mod">
          <ac:chgData name="Zyad Smaki" userId="66c279856e7d1fbf" providerId="LiveId" clId="{61D5B41F-6A96-44CF-B209-30F204524E57}" dt="2024-07-15T14:42:14.592" v="442" actId="1076"/>
          <ac:picMkLst>
            <pc:docMk/>
            <pc:sldMk cId="1555419520" sldId="269"/>
            <ac:picMk id="17" creationId="{213F2502-A4C6-E01F-E674-C96F7DB7DDAA}"/>
          </ac:picMkLst>
        </pc:picChg>
        <pc:picChg chg="add mod">
          <ac:chgData name="Zyad Smaki" userId="66c279856e7d1fbf" providerId="LiveId" clId="{61D5B41F-6A96-44CF-B209-30F204524E57}" dt="2024-07-15T14:42:28.014" v="447" actId="1076"/>
          <ac:picMkLst>
            <pc:docMk/>
            <pc:sldMk cId="1555419520" sldId="269"/>
            <ac:picMk id="19" creationId="{1B256B09-5AA6-9046-51B8-FACBC7036386}"/>
          </ac:picMkLst>
        </pc:picChg>
        <pc:picChg chg="add mod">
          <ac:chgData name="Zyad Smaki" userId="66c279856e7d1fbf" providerId="LiveId" clId="{61D5B41F-6A96-44CF-B209-30F204524E57}" dt="2024-07-15T14:43:01.077" v="456" actId="1076"/>
          <ac:picMkLst>
            <pc:docMk/>
            <pc:sldMk cId="1555419520" sldId="269"/>
            <ac:picMk id="21" creationId="{35840144-C3DC-836A-37B2-E6B9B49AEEFD}"/>
          </ac:picMkLst>
        </pc:picChg>
        <pc:picChg chg="add mod">
          <ac:chgData name="Zyad Smaki" userId="66c279856e7d1fbf" providerId="LiveId" clId="{61D5B41F-6A96-44CF-B209-30F204524E57}" dt="2024-07-15T14:43:13.841" v="461" actId="1076"/>
          <ac:picMkLst>
            <pc:docMk/>
            <pc:sldMk cId="1555419520" sldId="269"/>
            <ac:picMk id="23" creationId="{A58A4E37-1F18-150D-0B2D-F7E851D81DB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openclassrooms.com/fr/paths/804/projects/1577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473891" y="645341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1171577" y="182156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114800" y="755650"/>
            <a:ext cx="44132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>
              <a:buSzPct val="100000"/>
            </a:pPr>
            <a:r>
              <a:rPr lang="fr-FR" b="0" i="0" u="none" strike="noStrike" dirty="0">
                <a:solidFill>
                  <a:srgbClr val="271A38"/>
                </a:solidFill>
                <a:effectLst/>
                <a:highlight>
                  <a:srgbClr val="FFFFFF"/>
                </a:highlight>
                <a:latin typeface="Inter"/>
                <a:hlinkClick r:id="rId4"/>
              </a:rPr>
              <a:t>Créez et utilisez une base de données immobilière avec SQL</a:t>
            </a:r>
            <a:br>
              <a:rPr lang="fr-FR" b="0" i="0" dirty="0">
                <a:solidFill>
                  <a:srgbClr val="271A38"/>
                </a:solidFill>
                <a:effectLst/>
                <a:highlight>
                  <a:srgbClr val="FFFFFF"/>
                </a:highlight>
                <a:latin typeface="Inter"/>
              </a:rPr>
            </a:br>
            <a:endParaRPr dirty="0"/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"/>
          </p:nvPr>
        </p:nvSpPr>
        <p:spPr>
          <a:xfrm>
            <a:off x="503823" y="4595610"/>
            <a:ext cx="1630764" cy="41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dirty="0"/>
              <a:t>SMAKI Zyad</a:t>
            </a:r>
            <a:endParaRPr dirty="0"/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6">
            <a:alphaModFix/>
          </a:blip>
          <a:srcRect l="11387" t="12667" r="63940" b="13973"/>
          <a:stretch/>
        </p:blipFill>
        <p:spPr>
          <a:xfrm>
            <a:off x="1112810" y="169675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144534" y="1131249"/>
            <a:ext cx="3707122" cy="52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dirty="0"/>
              <a:t>Contexte du projet</a:t>
            </a:r>
            <a:endParaRPr dirty="0"/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1"/>
          </p:nvPr>
        </p:nvSpPr>
        <p:spPr>
          <a:xfrm>
            <a:off x="144534" y="1934136"/>
            <a:ext cx="4191000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DATA </a:t>
            </a:r>
            <a:r>
              <a:rPr lang="fr-FR" dirty="0" err="1"/>
              <a:t>Analyst</a:t>
            </a:r>
            <a:r>
              <a:rPr lang="fr-FR" dirty="0"/>
              <a:t>  chez Laplace IMMO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Projet </a:t>
            </a:r>
            <a:r>
              <a:rPr lang="fr-FR" dirty="0" err="1"/>
              <a:t>DATAImmo</a:t>
            </a:r>
            <a:endParaRPr dirty="0"/>
          </a:p>
        </p:txBody>
      </p:sp>
      <p:pic>
        <p:nvPicPr>
          <p:cNvPr id="268" name="Google Shape;268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La stratégie de sauvegarde et la conformité RGPD</a:t>
            </a:r>
            <a:endParaRPr b="0"/>
          </a:p>
        </p:txBody>
      </p:sp>
      <p:sp>
        <p:nvSpPr>
          <p:cNvPr id="277" name="Google Shape;277;p35"/>
          <p:cNvSpPr txBox="1">
            <a:spLocks noGrp="1"/>
          </p:cNvSpPr>
          <p:nvPr>
            <p:ph type="body" idx="2"/>
          </p:nvPr>
        </p:nvSpPr>
        <p:spPr>
          <a:xfrm>
            <a:off x="111123" y="11336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Anonymiser toutes les données 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Garder seulement les données utiles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Durée de vie des données non permanente et prévoir de les supprimer complètement </a:t>
            </a:r>
          </a:p>
          <a:p>
            <a:pPr marL="177800" indent="-177800">
              <a:spcBef>
                <a:spcPts val="0"/>
              </a:spcBef>
            </a:pPr>
            <a:r>
              <a:rPr lang="fr-FR" dirty="0"/>
              <a:t>BDD devra être mis sur un serveur/cloud avec </a:t>
            </a:r>
            <a:r>
              <a:rPr lang="fr-FR" dirty="0" err="1"/>
              <a:t>mdp</a:t>
            </a:r>
            <a:endParaRPr dirty="0"/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38CF3C7C-8EFA-F2AC-34D7-E159CB084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650" y="1017748"/>
            <a:ext cx="899238" cy="23014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255658" y="133350"/>
            <a:ext cx="4689794" cy="490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Les données initiales</a:t>
            </a:r>
            <a:endParaRPr b="0" dirty="0"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1A911136-6ABD-EFE1-C0E9-DAD53C1A1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5165"/>
            <a:ext cx="8686800" cy="225116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0358ECB-A6FC-3760-2669-AA1DAD317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" y="3676634"/>
            <a:ext cx="8572500" cy="7303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192313" y="203200"/>
            <a:ext cx="5746853" cy="490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Le schéma relationnel normalisé</a:t>
            </a:r>
            <a:endParaRPr b="0" dirty="0"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4D0D13D5-8034-D769-405A-A4004B5EB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13" y="908096"/>
            <a:ext cx="8445500" cy="3327308"/>
          </a:xfrm>
          <a:prstGeom prst="rect">
            <a:avLst/>
          </a:prstGeom>
        </p:spPr>
      </p:pic>
      <p:sp>
        <p:nvSpPr>
          <p:cNvPr id="7" name="Parenthèses 6">
            <a:extLst>
              <a:ext uri="{FF2B5EF4-FFF2-40B4-BE49-F238E27FC236}">
                <a16:creationId xmlns:a16="http://schemas.microsoft.com/office/drawing/2014/main" id="{C5077F1B-3F96-C3A9-E11A-EE63C4D04998}"/>
              </a:ext>
            </a:extLst>
          </p:cNvPr>
          <p:cNvSpPr/>
          <p:nvPr/>
        </p:nvSpPr>
        <p:spPr>
          <a:xfrm>
            <a:off x="6369050" y="3028950"/>
            <a:ext cx="177800" cy="222250"/>
          </a:xfrm>
          <a:prstGeom prst="bracketPair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Parenthèses 1">
            <a:extLst>
              <a:ext uri="{FF2B5EF4-FFF2-40B4-BE49-F238E27FC236}">
                <a16:creationId xmlns:a16="http://schemas.microsoft.com/office/drawing/2014/main" id="{73E525AC-92E3-B587-2E98-9F44C2609BBE}"/>
              </a:ext>
            </a:extLst>
          </p:cNvPr>
          <p:cNvSpPr/>
          <p:nvPr/>
        </p:nvSpPr>
        <p:spPr>
          <a:xfrm>
            <a:off x="7258050" y="3028950"/>
            <a:ext cx="152400" cy="222250"/>
          </a:xfrm>
          <a:prstGeom prst="bracketPair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120546" y="175142"/>
            <a:ext cx="4749903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-FR" b="0"/>
              <a:t>L’extrait du dictionnaire des données</a:t>
            </a:r>
            <a:endParaRPr lang="fr-FR" b="0" dirty="0"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 smtClean="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fr"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 3" descr="Une image contenant texte, nombre, Police, ligne&#10;&#10;Description générée automatiquement">
            <a:extLst>
              <a:ext uri="{FF2B5EF4-FFF2-40B4-BE49-F238E27FC236}">
                <a16:creationId xmlns:a16="http://schemas.microsoft.com/office/drawing/2014/main" id="{8EFBC7C9-AB99-C5BF-750D-A8683FCBC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3719"/>
            <a:ext cx="9144000" cy="31915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253896" y="379021"/>
            <a:ext cx="5181703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base de données avec les tables créées et les données chargées</a:t>
            </a:r>
            <a:endParaRPr b="0" dirty="0"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 4" descr="Une image contenant texte, Police, ligne, conception&#10;&#10;Description générée automatiquement">
            <a:extLst>
              <a:ext uri="{FF2B5EF4-FFF2-40B4-BE49-F238E27FC236}">
                <a16:creationId xmlns:a16="http://schemas.microsoft.com/office/drawing/2014/main" id="{EDF6939F-05D1-A3EC-C9CC-81551D56B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31" y="1850370"/>
            <a:ext cx="1690419" cy="1442759"/>
          </a:xfrm>
          <a:prstGeom prst="rect">
            <a:avLst/>
          </a:prstGeom>
        </p:spPr>
      </p:pic>
      <p:pic>
        <p:nvPicPr>
          <p:cNvPr id="13" name="Image 12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1FDFE281-22A2-499F-7FB0-54D07C236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784" y="1672511"/>
            <a:ext cx="3505504" cy="1798476"/>
          </a:xfrm>
          <a:prstGeom prst="rect">
            <a:avLst/>
          </a:prstGeom>
        </p:spPr>
      </p:pic>
      <p:pic>
        <p:nvPicPr>
          <p:cNvPr id="15" name="Image 14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4A43FEDB-039B-ABB3-E225-1C07F9A1D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718" y="1672511"/>
            <a:ext cx="1958510" cy="17756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84208" y="0"/>
            <a:ext cx="5535542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400" b="0" dirty="0"/>
              <a:t>La requête qui permet de démontrer le bon chargement des données</a:t>
            </a:r>
            <a:endParaRPr sz="2400" b="0" dirty="0"/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 3" descr="Une image contenant texte, Police, capture d’écran, algèbre&#10;&#10;Description générée automatiquement">
            <a:extLst>
              <a:ext uri="{FF2B5EF4-FFF2-40B4-BE49-F238E27FC236}">
                <a16:creationId xmlns:a16="http://schemas.microsoft.com/office/drawing/2014/main" id="{744259C3-1BFA-196F-4CD2-489A7F5CB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508" y="952428"/>
            <a:ext cx="3503542" cy="278772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2830B83-D535-3247-3A05-80ABE3405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844" y="3978109"/>
            <a:ext cx="8672312" cy="327688"/>
          </a:xfrm>
          <a:prstGeom prst="rect">
            <a:avLst/>
          </a:prstGeom>
        </p:spPr>
      </p:pic>
      <p:sp>
        <p:nvSpPr>
          <p:cNvPr id="2" name="Parenthèse ouvrante 1">
            <a:extLst>
              <a:ext uri="{FF2B5EF4-FFF2-40B4-BE49-F238E27FC236}">
                <a16:creationId xmlns:a16="http://schemas.microsoft.com/office/drawing/2014/main" id="{569FF3F6-2D45-BB8D-0A74-C4783635FC28}"/>
              </a:ext>
            </a:extLst>
          </p:cNvPr>
          <p:cNvSpPr/>
          <p:nvPr/>
        </p:nvSpPr>
        <p:spPr>
          <a:xfrm rot="16200000">
            <a:off x="1841949" y="2854771"/>
            <a:ext cx="304800" cy="3517008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Parenthèse ouvrante 2">
            <a:extLst>
              <a:ext uri="{FF2B5EF4-FFF2-40B4-BE49-F238E27FC236}">
                <a16:creationId xmlns:a16="http://schemas.microsoft.com/office/drawing/2014/main" id="{47FFCA91-18E8-FD6D-81DD-7D67A1F7EB3A}"/>
              </a:ext>
            </a:extLst>
          </p:cNvPr>
          <p:cNvSpPr/>
          <p:nvPr/>
        </p:nvSpPr>
        <p:spPr>
          <a:xfrm rot="16200000">
            <a:off x="6239322" y="2032447"/>
            <a:ext cx="304800" cy="5161655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12881" y="1816100"/>
            <a:ext cx="3683725" cy="85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 dirty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 dirty="0"/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253897" y="184150"/>
            <a:ext cx="1536803" cy="276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1600" b="0" dirty="0">
                <a:latin typeface="+mj-lt"/>
              </a:rPr>
              <a:t>Requête</a:t>
            </a:r>
            <a:r>
              <a:rPr lang="fr" sz="1600" b="0" dirty="0"/>
              <a:t> 1</a:t>
            </a:r>
            <a:endParaRPr sz="1600" dirty="0"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pic>
        <p:nvPicPr>
          <p:cNvPr id="3" name="Image 2" descr="Une image contenant texte, Police, capture d’écran, ligne&#10;&#10;Description générée automatiquement">
            <a:extLst>
              <a:ext uri="{FF2B5EF4-FFF2-40B4-BE49-F238E27FC236}">
                <a16:creationId xmlns:a16="http://schemas.microsoft.com/office/drawing/2014/main" id="{F06A74F9-E4DE-D34C-1828-C7691CEAD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04" y="758316"/>
            <a:ext cx="4282811" cy="195088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9C1B1BF-3AAF-2B03-39F1-B89A03866489}"/>
              </a:ext>
            </a:extLst>
          </p:cNvPr>
          <p:cNvSpPr txBox="1"/>
          <p:nvPr/>
        </p:nvSpPr>
        <p:spPr>
          <a:xfrm>
            <a:off x="2294510" y="184150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Requête 2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8886282-7AC3-DF6A-8DE8-49EA883532B0}"/>
              </a:ext>
            </a:extLst>
          </p:cNvPr>
          <p:cNvSpPr txBox="1"/>
          <p:nvPr/>
        </p:nvSpPr>
        <p:spPr>
          <a:xfrm>
            <a:off x="4484452" y="168510"/>
            <a:ext cx="1585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Requête 3</a:t>
            </a:r>
          </a:p>
        </p:txBody>
      </p:sp>
      <p:pic>
        <p:nvPicPr>
          <p:cNvPr id="17" name="Image 16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8CFC482A-755E-734F-E290-41F9DA874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04" y="758316"/>
            <a:ext cx="3901778" cy="2522439"/>
          </a:xfrm>
          <a:prstGeom prst="rect">
            <a:avLst/>
          </a:prstGeom>
        </p:spPr>
      </p:pic>
      <p:pic>
        <p:nvPicPr>
          <p:cNvPr id="19" name="Image 18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47A8AE3E-78B1-CB98-6AF0-65071F6D7E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8692" y="491927"/>
            <a:ext cx="2362405" cy="2949196"/>
          </a:xfrm>
          <a:prstGeom prst="rect">
            <a:avLst/>
          </a:prstGeom>
        </p:spPr>
      </p:pic>
      <p:pic>
        <p:nvPicPr>
          <p:cNvPr id="25" name="Image 24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C5D1B1C1-D13C-3F61-A36D-1E8FB03898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897" y="758316"/>
            <a:ext cx="5997460" cy="2758679"/>
          </a:xfrm>
          <a:prstGeom prst="rect">
            <a:avLst/>
          </a:prstGeom>
        </p:spPr>
      </p:pic>
      <p:pic>
        <p:nvPicPr>
          <p:cNvPr id="4" name="Image 3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49BA8A98-5342-3B93-D8B8-CDC6E38AF4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7783" y="1082193"/>
            <a:ext cx="1806097" cy="21109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1" grpId="0"/>
      <p:bldP spid="10" grpId="0"/>
      <p:bldP spid="10" grpId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5CB7549-BFCF-A502-167D-9FC70288A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8299"/>
            <a:ext cx="1219200" cy="456671"/>
          </a:xfrm>
        </p:spPr>
        <p:txBody>
          <a:bodyPr/>
          <a:lstStyle/>
          <a:p>
            <a:r>
              <a:rPr lang="fr-FR" dirty="0"/>
              <a:t>Requête 4</a:t>
            </a:r>
          </a:p>
        </p:txBody>
      </p:sp>
      <p:sp>
        <p:nvSpPr>
          <p:cNvPr id="6" name="Espace réservé du texte 1">
            <a:extLst>
              <a:ext uri="{FF2B5EF4-FFF2-40B4-BE49-F238E27FC236}">
                <a16:creationId xmlns:a16="http://schemas.microsoft.com/office/drawing/2014/main" id="{49641DF0-7828-A86E-98ED-0169564B7500}"/>
              </a:ext>
            </a:extLst>
          </p:cNvPr>
          <p:cNvSpPr txBox="1">
            <a:spLocks/>
          </p:cNvSpPr>
          <p:nvPr/>
        </p:nvSpPr>
        <p:spPr>
          <a:xfrm>
            <a:off x="1311121" y="109598"/>
            <a:ext cx="1171729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fr-FR" dirty="0"/>
              <a:t>Requête 5</a:t>
            </a:r>
          </a:p>
        </p:txBody>
      </p:sp>
      <p:sp>
        <p:nvSpPr>
          <p:cNvPr id="7" name="Espace réservé du texte 1">
            <a:extLst>
              <a:ext uri="{FF2B5EF4-FFF2-40B4-BE49-F238E27FC236}">
                <a16:creationId xmlns:a16="http://schemas.microsoft.com/office/drawing/2014/main" id="{11780D45-A5ED-14F4-A811-4C698A41B63E}"/>
              </a:ext>
            </a:extLst>
          </p:cNvPr>
          <p:cNvSpPr txBox="1">
            <a:spLocks/>
          </p:cNvSpPr>
          <p:nvPr/>
        </p:nvSpPr>
        <p:spPr>
          <a:xfrm>
            <a:off x="2955771" y="109597"/>
            <a:ext cx="1171729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fr-FR" dirty="0"/>
              <a:t>Requête 6 </a:t>
            </a:r>
          </a:p>
        </p:txBody>
      </p:sp>
      <p:pic>
        <p:nvPicPr>
          <p:cNvPr id="21" name="Image 20" descr="Une image contenant texte, capture d’écran, logiciel, nombre&#10;&#10;Description générée automatiquement">
            <a:extLst>
              <a:ext uri="{FF2B5EF4-FFF2-40B4-BE49-F238E27FC236}">
                <a16:creationId xmlns:a16="http://schemas.microsoft.com/office/drawing/2014/main" id="{1B5FC5D2-C076-2ECE-6672-BEEF73EDE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7" y="574970"/>
            <a:ext cx="5837426" cy="4343776"/>
          </a:xfrm>
          <a:prstGeom prst="rect">
            <a:avLst/>
          </a:prstGeom>
        </p:spPr>
      </p:pic>
      <p:pic>
        <p:nvPicPr>
          <p:cNvPr id="23" name="Image 22" descr="Une image contenant texte, capture d’écran, logiciel, Page web&#10;&#10;Description générée automatiquement">
            <a:extLst>
              <a:ext uri="{FF2B5EF4-FFF2-40B4-BE49-F238E27FC236}">
                <a16:creationId xmlns:a16="http://schemas.microsoft.com/office/drawing/2014/main" id="{6C24A140-CFEF-68AF-AA82-E6D439C21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89" y="566268"/>
            <a:ext cx="6035563" cy="3353091"/>
          </a:xfrm>
          <a:prstGeom prst="rect">
            <a:avLst/>
          </a:prstGeom>
        </p:spPr>
      </p:pic>
      <p:pic>
        <p:nvPicPr>
          <p:cNvPr id="25" name="Image 24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E47136E5-8A3B-6749-324B-B220A9830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81" y="900320"/>
            <a:ext cx="3543607" cy="2530059"/>
          </a:xfrm>
          <a:prstGeom prst="rect">
            <a:avLst/>
          </a:prstGeom>
        </p:spPr>
      </p:pic>
      <p:pic>
        <p:nvPicPr>
          <p:cNvPr id="27" name="Image 26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85DB047C-5877-A921-05A4-D2C1890F82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4021" y="1210214"/>
            <a:ext cx="2751058" cy="180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02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/>
      <p:bldP spid="6" grpId="1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1">
            <a:extLst>
              <a:ext uri="{FF2B5EF4-FFF2-40B4-BE49-F238E27FC236}">
                <a16:creationId xmlns:a16="http://schemas.microsoft.com/office/drawing/2014/main" id="{D4615627-8873-31EA-EE62-832C94EA1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85879" y="135260"/>
            <a:ext cx="1171729" cy="456671"/>
          </a:xfrm>
        </p:spPr>
        <p:txBody>
          <a:bodyPr/>
          <a:lstStyle/>
          <a:p>
            <a:r>
              <a:rPr lang="fr-FR" dirty="0"/>
              <a:t>Requête 7</a:t>
            </a:r>
          </a:p>
        </p:txBody>
      </p:sp>
      <p:sp>
        <p:nvSpPr>
          <p:cNvPr id="15" name="Espace réservé du texte 1">
            <a:extLst>
              <a:ext uri="{FF2B5EF4-FFF2-40B4-BE49-F238E27FC236}">
                <a16:creationId xmlns:a16="http://schemas.microsoft.com/office/drawing/2014/main" id="{C202B0D7-7048-1A23-6843-9272A4C6C63B}"/>
              </a:ext>
            </a:extLst>
          </p:cNvPr>
          <p:cNvSpPr txBox="1">
            <a:spLocks/>
          </p:cNvSpPr>
          <p:nvPr/>
        </p:nvSpPr>
        <p:spPr>
          <a:xfrm>
            <a:off x="1177771" y="135259"/>
            <a:ext cx="1171729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fr-FR" dirty="0"/>
              <a:t>Requête 8</a:t>
            </a:r>
          </a:p>
        </p:txBody>
      </p:sp>
      <p:sp>
        <p:nvSpPr>
          <p:cNvPr id="16" name="Espace réservé du texte 1">
            <a:extLst>
              <a:ext uri="{FF2B5EF4-FFF2-40B4-BE49-F238E27FC236}">
                <a16:creationId xmlns:a16="http://schemas.microsoft.com/office/drawing/2014/main" id="{67527479-F28D-629F-BF27-66114FB8B85D}"/>
              </a:ext>
            </a:extLst>
          </p:cNvPr>
          <p:cNvSpPr txBox="1">
            <a:spLocks/>
          </p:cNvSpPr>
          <p:nvPr/>
        </p:nvSpPr>
        <p:spPr>
          <a:xfrm>
            <a:off x="2441421" y="135258"/>
            <a:ext cx="1171729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fr-FR" dirty="0"/>
              <a:t>Requête 9</a:t>
            </a:r>
          </a:p>
        </p:txBody>
      </p:sp>
      <p:pic>
        <p:nvPicPr>
          <p:cNvPr id="24" name="Image 23" descr="Une image contenant texte, capture d’écran, logiciel, Page web&#10;&#10;Description générée automatiquement">
            <a:extLst>
              <a:ext uri="{FF2B5EF4-FFF2-40B4-BE49-F238E27FC236}">
                <a16:creationId xmlns:a16="http://schemas.microsoft.com/office/drawing/2014/main" id="{2939F5A4-B847-9294-B19B-3EBF76ED8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41" y="666604"/>
            <a:ext cx="6904318" cy="3353091"/>
          </a:xfrm>
          <a:prstGeom prst="rect">
            <a:avLst/>
          </a:prstGeom>
        </p:spPr>
      </p:pic>
      <p:pic>
        <p:nvPicPr>
          <p:cNvPr id="26" name="Image 25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B8554652-0823-C04F-1E42-F68381585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7" y="756810"/>
            <a:ext cx="5220152" cy="2537680"/>
          </a:xfrm>
          <a:prstGeom prst="rect">
            <a:avLst/>
          </a:prstGeom>
        </p:spPr>
      </p:pic>
      <p:pic>
        <p:nvPicPr>
          <p:cNvPr id="28" name="Image 27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48E34945-A3D9-03BB-D627-B15141C1C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693" y="1037469"/>
            <a:ext cx="1996613" cy="2789162"/>
          </a:xfrm>
          <a:prstGeom prst="rect">
            <a:avLst/>
          </a:prstGeom>
        </p:spPr>
      </p:pic>
      <p:pic>
        <p:nvPicPr>
          <p:cNvPr id="30" name="Image 29" descr="Une image contenant texte, Police, capture d’écran&#10;&#10;Description générée automatiquement">
            <a:extLst>
              <a:ext uri="{FF2B5EF4-FFF2-40B4-BE49-F238E27FC236}">
                <a16:creationId xmlns:a16="http://schemas.microsoft.com/office/drawing/2014/main" id="{B741F32F-4BDB-B822-4BE0-792EC45DAE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66" y="843197"/>
            <a:ext cx="3909399" cy="1920406"/>
          </a:xfrm>
          <a:prstGeom prst="rect">
            <a:avLst/>
          </a:prstGeom>
        </p:spPr>
      </p:pic>
      <p:pic>
        <p:nvPicPr>
          <p:cNvPr id="32" name="Image 31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019CD468-584F-54F0-F41D-A705EEF100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693" y="890171"/>
            <a:ext cx="2194750" cy="227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2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15" grpId="0"/>
      <p:bldP spid="15" grpId="1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931751CE-E8E8-1096-5E8C-140D6DC2367F}"/>
              </a:ext>
            </a:extLst>
          </p:cNvPr>
          <p:cNvSpPr txBox="1"/>
          <p:nvPr/>
        </p:nvSpPr>
        <p:spPr>
          <a:xfrm>
            <a:off x="0" y="173334"/>
            <a:ext cx="12430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Requête 10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47AF106-7FDB-5BE8-08F8-2EE543956F57}"/>
              </a:ext>
            </a:extLst>
          </p:cNvPr>
          <p:cNvSpPr txBox="1"/>
          <p:nvPr/>
        </p:nvSpPr>
        <p:spPr>
          <a:xfrm>
            <a:off x="1559718" y="173332"/>
            <a:ext cx="1190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Requête 11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2B7B204-6DF5-1AEE-6036-F925D240D9A5}"/>
              </a:ext>
            </a:extLst>
          </p:cNvPr>
          <p:cNvSpPr txBox="1"/>
          <p:nvPr/>
        </p:nvSpPr>
        <p:spPr>
          <a:xfrm>
            <a:off x="3067050" y="173333"/>
            <a:ext cx="1190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Requête 12</a:t>
            </a:r>
          </a:p>
        </p:txBody>
      </p:sp>
      <p:pic>
        <p:nvPicPr>
          <p:cNvPr id="13" name="Image 12" descr="Une image contenant texte, capture d’écran, logiciel, Police&#10;&#10;Description générée automatiquement">
            <a:extLst>
              <a:ext uri="{FF2B5EF4-FFF2-40B4-BE49-F238E27FC236}">
                <a16:creationId xmlns:a16="http://schemas.microsoft.com/office/drawing/2014/main" id="{74FDA92C-0E0D-78FF-8A60-D30219194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1" y="697074"/>
            <a:ext cx="7163421" cy="3596952"/>
          </a:xfrm>
          <a:prstGeom prst="rect">
            <a:avLst/>
          </a:prstGeom>
        </p:spPr>
      </p:pic>
      <p:pic>
        <p:nvPicPr>
          <p:cNvPr id="17" name="Image 16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213F2502-A4C6-E01F-E674-C96F7DB7D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28" y="658971"/>
            <a:ext cx="6729043" cy="3635055"/>
          </a:xfrm>
          <a:prstGeom prst="rect">
            <a:avLst/>
          </a:prstGeom>
        </p:spPr>
      </p:pic>
      <p:pic>
        <p:nvPicPr>
          <p:cNvPr id="19" name="Image 18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1B256B09-5AA6-9046-51B8-FACBC7036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298" y="1763954"/>
            <a:ext cx="2804403" cy="2682472"/>
          </a:xfrm>
          <a:prstGeom prst="rect">
            <a:avLst/>
          </a:prstGeom>
        </p:spPr>
      </p:pic>
      <p:pic>
        <p:nvPicPr>
          <p:cNvPr id="21" name="Image 20" descr="Une image contenant texte, Police, capture d’écran&#10;&#10;Description générée automatiquement">
            <a:extLst>
              <a:ext uri="{FF2B5EF4-FFF2-40B4-BE49-F238E27FC236}">
                <a16:creationId xmlns:a16="http://schemas.microsoft.com/office/drawing/2014/main" id="{35840144-C3DC-836A-37B2-E6B9B49AEE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373" y="658969"/>
            <a:ext cx="4999153" cy="2004234"/>
          </a:xfrm>
          <a:prstGeom prst="rect">
            <a:avLst/>
          </a:prstGeom>
        </p:spPr>
      </p:pic>
      <p:pic>
        <p:nvPicPr>
          <p:cNvPr id="23" name="Image 22" descr="Une image contenant texte, capture d’écran, menu, Police&#10;&#10;Description générée automatiquement">
            <a:extLst>
              <a:ext uri="{FF2B5EF4-FFF2-40B4-BE49-F238E27FC236}">
                <a16:creationId xmlns:a16="http://schemas.microsoft.com/office/drawing/2014/main" id="{A58A4E37-1F18-150D-0B2D-F7E851D81D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6512" y="1057830"/>
            <a:ext cx="2667231" cy="345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419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9" grpId="1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202099" y="44885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957920" y="1595201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917423" y="1415663"/>
            <a:ext cx="1801842" cy="177986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EBB128E-5913-734F-AA52-9AB55CC64348}"/>
              </a:ext>
            </a:extLst>
          </p:cNvPr>
          <p:cNvSpPr txBox="1"/>
          <p:nvPr/>
        </p:nvSpPr>
        <p:spPr>
          <a:xfrm>
            <a:off x="3695700" y="361950"/>
            <a:ext cx="290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u="sng" dirty="0"/>
              <a:t>CONCLUSION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DB8DB77-81E1-DF8A-87CD-9B072F6249AC}"/>
              </a:ext>
            </a:extLst>
          </p:cNvPr>
          <p:cNvSpPr txBox="1"/>
          <p:nvPr/>
        </p:nvSpPr>
        <p:spPr>
          <a:xfrm>
            <a:off x="3695700" y="996563"/>
            <a:ext cx="4108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- Hausse des ventes de 4% entre le 1</a:t>
            </a:r>
            <a:r>
              <a:rPr lang="fr-FR" baseline="30000" dirty="0"/>
              <a:t>er</a:t>
            </a:r>
            <a:r>
              <a:rPr lang="fr-FR" dirty="0"/>
              <a:t> et le 2</a:t>
            </a:r>
            <a:r>
              <a:rPr lang="fr-FR" baseline="30000" dirty="0"/>
              <a:t>nd</a:t>
            </a:r>
            <a:r>
              <a:rPr lang="fr-FR" dirty="0"/>
              <a:t>    trimestre 2020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53CF6E3-926A-A69C-25FA-3554E244ED43}"/>
              </a:ext>
            </a:extLst>
          </p:cNvPr>
          <p:cNvSpPr txBox="1"/>
          <p:nvPr/>
        </p:nvSpPr>
        <p:spPr>
          <a:xfrm>
            <a:off x="3695700" y="1574800"/>
            <a:ext cx="4476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- Appartements les plus vendus sont ceux de 2 pièces avec 31,13% des ventes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F46A6B9-66FC-4187-7C95-F440A04D5200}"/>
              </a:ext>
            </a:extLst>
          </p:cNvPr>
          <p:cNvSpPr txBox="1"/>
          <p:nvPr/>
        </p:nvSpPr>
        <p:spPr>
          <a:xfrm>
            <a:off x="3702050" y="2153037"/>
            <a:ext cx="410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-  Départements où le prix du mètre carré est le plus élevé : Paris, Hauts-de-Seine, Val-de-Marne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C673457-9A47-2164-02FE-2E1535120542}"/>
              </a:ext>
            </a:extLst>
          </p:cNvPr>
          <p:cNvSpPr txBox="1"/>
          <p:nvPr/>
        </p:nvSpPr>
        <p:spPr>
          <a:xfrm>
            <a:off x="3702050" y="2676257"/>
            <a:ext cx="4171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- Manque d’informations sur le profil des clients 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2" grpId="0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204</Words>
  <Application>Microsoft Office PowerPoint</Application>
  <PresentationFormat>Affichage à l'écran (16:9)</PresentationFormat>
  <Paragraphs>52</Paragraphs>
  <Slides>14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Calibri</vt:lpstr>
      <vt:lpstr>Arial</vt:lpstr>
      <vt:lpstr>Inter</vt:lpstr>
      <vt:lpstr>Arial Black</vt:lpstr>
      <vt:lpstr>Simple Light</vt:lpstr>
      <vt:lpstr>Thème Office</vt:lpstr>
      <vt:lpstr>Créez et utilisez une base de données immobilière avec SQL </vt:lpstr>
      <vt:lpstr>Contexte du projet</vt:lpstr>
      <vt:lpstr>La stratégie de sauvegarde et la conformité RGPD</vt:lpstr>
      <vt:lpstr>Les données initiales</vt:lpstr>
      <vt:lpstr>Le schéma relationnel normalisé</vt:lpstr>
      <vt:lpstr>L’extrait du dictionnaire des données</vt:lpstr>
      <vt:lpstr>La base de données avec les tables créées et les données chargées</vt:lpstr>
      <vt:lpstr>La requête qui permet de démontrer le bon chargement des données</vt:lpstr>
      <vt:lpstr>Requêtes SQL et résultats</vt:lpstr>
      <vt:lpstr>Requête 1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Zyad Smaki</dc:creator>
  <cp:lastModifiedBy>Zyad Smaki</cp:lastModifiedBy>
  <cp:revision>7</cp:revision>
  <dcterms:modified xsi:type="dcterms:W3CDTF">2024-07-18T12:37:49Z</dcterms:modified>
</cp:coreProperties>
</file>